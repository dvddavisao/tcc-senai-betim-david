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Supply Bold" charset="1" panose="00000300000000000000"/>
      <p:regular r:id="rId12"/>
    </p:embeddedFont>
    <p:embeddedFont>
      <p:font typeface="Roller" charset="1" panose="00000000000000000000"/>
      <p:regular r:id="rId13"/>
    </p:embeddedFont>
    <p:embeddedFont>
      <p:font typeface="Supply" charset="1" panose="00000300000000000000"/>
      <p:regular r:id="rId14"/>
    </p:embeddedFont>
    <p:embeddedFont>
      <p:font typeface="Niramit" charset="1" panose="00000500000000000000"/>
      <p:regular r:id="rId15"/>
    </p:embeddedFont>
    <p:embeddedFont>
      <p:font typeface="Arcade Gamer" charset="1" panose="00000000000000000000"/>
      <p:regular r:id="rId16"/>
    </p:embeddedFont>
    <p:embeddedFont>
      <p:font typeface="Stenciliq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33.jpe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png" Type="http://schemas.openxmlformats.org/officeDocument/2006/relationships/image"/><Relationship Id="rId19" Target="../media/image45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46.png" Type="http://schemas.openxmlformats.org/officeDocument/2006/relationships/image"/><Relationship Id="rId8" Target="../media/image4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97701"/>
            <a:ext cx="16332845" cy="9291598"/>
            <a:chOff x="0" y="0"/>
            <a:chExt cx="21777127" cy="12388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51288" cy="12388797"/>
            </a:xfrm>
            <a:custGeom>
              <a:avLst/>
              <a:gdLst/>
              <a:ahLst/>
              <a:cxnLst/>
              <a:rect r="r" b="b" t="t" l="l"/>
              <a:pathLst>
                <a:path h="12388797" w="11851288">
                  <a:moveTo>
                    <a:pt x="0" y="0"/>
                  </a:moveTo>
                  <a:lnTo>
                    <a:pt x="11851288" y="0"/>
                  </a:lnTo>
                  <a:lnTo>
                    <a:pt x="11851288" y="12388797"/>
                  </a:lnTo>
                  <a:lnTo>
                    <a:pt x="0" y="123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66369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0956727" cy="12388797"/>
            </a:xfrm>
            <a:custGeom>
              <a:avLst/>
              <a:gdLst/>
              <a:ahLst/>
              <a:cxnLst/>
              <a:rect r="r" b="b" t="t" l="l"/>
              <a:pathLst>
                <a:path h="12388797" w="10956727">
                  <a:moveTo>
                    <a:pt x="0" y="0"/>
                  </a:moveTo>
                  <a:lnTo>
                    <a:pt x="10956727" y="0"/>
                  </a:lnTo>
                  <a:lnTo>
                    <a:pt x="10956727" y="12388797"/>
                  </a:lnTo>
                  <a:lnTo>
                    <a:pt x="0" y="123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9952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86511" y="7133368"/>
            <a:ext cx="8314977" cy="1132848"/>
            <a:chOff x="0" y="0"/>
            <a:chExt cx="2189953" cy="2983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9953" cy="298363"/>
            </a:xfrm>
            <a:custGeom>
              <a:avLst/>
              <a:gdLst/>
              <a:ahLst/>
              <a:cxnLst/>
              <a:rect r="r" b="b" t="t" l="l"/>
              <a:pathLst>
                <a:path h="298363" w="2189953">
                  <a:moveTo>
                    <a:pt x="47485" y="0"/>
                  </a:moveTo>
                  <a:lnTo>
                    <a:pt x="2142468" y="0"/>
                  </a:lnTo>
                  <a:cubicBezTo>
                    <a:pt x="2155062" y="0"/>
                    <a:pt x="2167140" y="5003"/>
                    <a:pt x="2176045" y="13908"/>
                  </a:cubicBezTo>
                  <a:cubicBezTo>
                    <a:pt x="2184950" y="22813"/>
                    <a:pt x="2189953" y="34891"/>
                    <a:pt x="2189953" y="47485"/>
                  </a:cubicBezTo>
                  <a:lnTo>
                    <a:pt x="2189953" y="250878"/>
                  </a:lnTo>
                  <a:cubicBezTo>
                    <a:pt x="2189953" y="277103"/>
                    <a:pt x="2168693" y="298363"/>
                    <a:pt x="2142468" y="298363"/>
                  </a:cubicBezTo>
                  <a:lnTo>
                    <a:pt x="47485" y="298363"/>
                  </a:lnTo>
                  <a:cubicBezTo>
                    <a:pt x="34891" y="298363"/>
                    <a:pt x="22813" y="293360"/>
                    <a:pt x="13908" y="284455"/>
                  </a:cubicBezTo>
                  <a:cubicBezTo>
                    <a:pt x="5003" y="275550"/>
                    <a:pt x="0" y="263472"/>
                    <a:pt x="0" y="250878"/>
                  </a:cubicBezTo>
                  <a:lnTo>
                    <a:pt x="0" y="47485"/>
                  </a:lnTo>
                  <a:cubicBezTo>
                    <a:pt x="0" y="34891"/>
                    <a:pt x="5003" y="22813"/>
                    <a:pt x="13908" y="13908"/>
                  </a:cubicBezTo>
                  <a:cubicBezTo>
                    <a:pt x="22813" y="5003"/>
                    <a:pt x="34891" y="0"/>
                    <a:pt x="47485" y="0"/>
                  </a:cubicBezTo>
                  <a:close/>
                </a:path>
              </a:pathLst>
            </a:custGeom>
            <a:solidFill>
              <a:srgbClr val="7AA67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89953" cy="345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86258" y="7964719"/>
            <a:ext cx="418800" cy="418800"/>
          </a:xfrm>
          <a:custGeom>
            <a:avLst/>
            <a:gdLst/>
            <a:ahLst/>
            <a:cxnLst/>
            <a:rect r="r" b="b" t="t" l="l"/>
            <a:pathLst>
              <a:path h="418800" w="418800">
                <a:moveTo>
                  <a:pt x="0" y="0"/>
                </a:moveTo>
                <a:lnTo>
                  <a:pt x="418800" y="0"/>
                </a:lnTo>
                <a:lnTo>
                  <a:pt x="418800" y="418800"/>
                </a:lnTo>
                <a:lnTo>
                  <a:pt x="0" y="4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88897" y="8561337"/>
            <a:ext cx="792004" cy="696963"/>
          </a:xfrm>
          <a:custGeom>
            <a:avLst/>
            <a:gdLst/>
            <a:ahLst/>
            <a:cxnLst/>
            <a:rect r="r" b="b" t="t" l="l"/>
            <a:pathLst>
              <a:path h="696963" w="792004">
                <a:moveTo>
                  <a:pt x="0" y="0"/>
                </a:moveTo>
                <a:lnTo>
                  <a:pt x="792003" y="0"/>
                </a:lnTo>
                <a:lnTo>
                  <a:pt x="792003" y="696963"/>
                </a:lnTo>
                <a:lnTo>
                  <a:pt x="0" y="696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39016" y="2051737"/>
            <a:ext cx="554310" cy="784864"/>
          </a:xfrm>
          <a:custGeom>
            <a:avLst/>
            <a:gdLst/>
            <a:ahLst/>
            <a:cxnLst/>
            <a:rect r="r" b="b" t="t" l="l"/>
            <a:pathLst>
              <a:path h="784864" w="554310">
                <a:moveTo>
                  <a:pt x="0" y="0"/>
                </a:moveTo>
                <a:lnTo>
                  <a:pt x="554310" y="0"/>
                </a:lnTo>
                <a:lnTo>
                  <a:pt x="554310" y="784864"/>
                </a:lnTo>
                <a:lnTo>
                  <a:pt x="0" y="784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86258" y="2139637"/>
            <a:ext cx="659225" cy="541389"/>
          </a:xfrm>
          <a:custGeom>
            <a:avLst/>
            <a:gdLst/>
            <a:ahLst/>
            <a:cxnLst/>
            <a:rect r="r" b="b" t="t" l="l"/>
            <a:pathLst>
              <a:path h="541389" w="659225">
                <a:moveTo>
                  <a:pt x="0" y="0"/>
                </a:moveTo>
                <a:lnTo>
                  <a:pt x="659225" y="0"/>
                </a:lnTo>
                <a:lnTo>
                  <a:pt x="659225" y="541389"/>
                </a:lnTo>
                <a:lnTo>
                  <a:pt x="0" y="5413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47340" y="1810001"/>
            <a:ext cx="4827916" cy="5209067"/>
          </a:xfrm>
          <a:custGeom>
            <a:avLst/>
            <a:gdLst/>
            <a:ahLst/>
            <a:cxnLst/>
            <a:rect r="r" b="b" t="t" l="l"/>
            <a:pathLst>
              <a:path h="5209067" w="4827916">
                <a:moveTo>
                  <a:pt x="0" y="0"/>
                </a:moveTo>
                <a:lnTo>
                  <a:pt x="4827916" y="0"/>
                </a:lnTo>
                <a:lnTo>
                  <a:pt x="4827916" y="5209067"/>
                </a:lnTo>
                <a:lnTo>
                  <a:pt x="0" y="5209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00893" y="776242"/>
            <a:ext cx="1066269" cy="581117"/>
          </a:xfrm>
          <a:custGeom>
            <a:avLst/>
            <a:gdLst/>
            <a:ahLst/>
            <a:cxnLst/>
            <a:rect r="r" b="b" t="t" l="l"/>
            <a:pathLst>
              <a:path h="581117" w="1066269">
                <a:moveTo>
                  <a:pt x="0" y="0"/>
                </a:moveTo>
                <a:lnTo>
                  <a:pt x="1066270" y="0"/>
                </a:lnTo>
                <a:lnTo>
                  <a:pt x="1066270" y="581116"/>
                </a:lnTo>
                <a:lnTo>
                  <a:pt x="0" y="5811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1947215" y="776242"/>
            <a:ext cx="1066269" cy="581117"/>
          </a:xfrm>
          <a:custGeom>
            <a:avLst/>
            <a:gdLst/>
            <a:ahLst/>
            <a:cxnLst/>
            <a:rect r="r" b="b" t="t" l="l"/>
            <a:pathLst>
              <a:path h="581117" w="1066269">
                <a:moveTo>
                  <a:pt x="1066269" y="0"/>
                </a:moveTo>
                <a:lnTo>
                  <a:pt x="0" y="0"/>
                </a:lnTo>
                <a:lnTo>
                  <a:pt x="0" y="581116"/>
                </a:lnTo>
                <a:lnTo>
                  <a:pt x="1066269" y="581116"/>
                </a:lnTo>
                <a:lnTo>
                  <a:pt x="1066269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97947" y="7301561"/>
            <a:ext cx="12092106" cy="66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7"/>
              </a:lnSpc>
              <a:spcBef>
                <a:spcPct val="0"/>
              </a:spcBef>
            </a:pPr>
            <a:r>
              <a:rPr lang="en-US" b="true" sz="3891">
                <a:solidFill>
                  <a:srgbClr val="22491C"/>
                </a:solidFill>
                <a:latin typeface="Supply Bold"/>
                <a:ea typeface="Supply Bold"/>
                <a:cs typeface="Supply Bold"/>
                <a:sym typeface="Supply Bold"/>
              </a:rPr>
              <a:t>Site de Gerenciamento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40785" y="483551"/>
            <a:ext cx="5606429" cy="96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4"/>
              </a:lnSpc>
              <a:spcBef>
                <a:spcPct val="0"/>
              </a:spcBef>
            </a:pPr>
            <a:r>
              <a:rPr lang="en-US" sz="5074">
                <a:solidFill>
                  <a:srgbClr val="525252"/>
                </a:solidFill>
                <a:latin typeface="Roller"/>
                <a:ea typeface="Roller"/>
                <a:cs typeface="Roller"/>
                <a:sym typeface="Roller"/>
              </a:rPr>
              <a:t>Projeto TCC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9069" y="8691576"/>
            <a:ext cx="12092106" cy="66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7"/>
              </a:lnSpc>
              <a:spcBef>
                <a:spcPct val="0"/>
              </a:spcBef>
            </a:pPr>
            <a:r>
              <a:rPr lang="en-US" sz="3891">
                <a:solidFill>
                  <a:srgbClr val="525252"/>
                </a:solidFill>
                <a:latin typeface="Supply"/>
                <a:ea typeface="Supply"/>
                <a:cs typeface="Supply"/>
                <a:sym typeface="Supply"/>
              </a:rPr>
              <a:t>Augusto-David-Enzo-Natália-Rian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4920" y="1028700"/>
            <a:ext cx="1038161" cy="2526498"/>
          </a:xfrm>
          <a:custGeom>
            <a:avLst/>
            <a:gdLst/>
            <a:ahLst/>
            <a:cxnLst/>
            <a:rect r="r" b="b" t="t" l="l"/>
            <a:pathLst>
              <a:path h="2526498" w="1038161">
                <a:moveTo>
                  <a:pt x="0" y="0"/>
                </a:moveTo>
                <a:lnTo>
                  <a:pt x="1038160" y="0"/>
                </a:lnTo>
                <a:lnTo>
                  <a:pt x="1038160" y="2526498"/>
                </a:lnTo>
                <a:lnTo>
                  <a:pt x="0" y="252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08743" y="3847144"/>
            <a:ext cx="2383638" cy="658751"/>
          </a:xfrm>
          <a:custGeom>
            <a:avLst/>
            <a:gdLst/>
            <a:ahLst/>
            <a:cxnLst/>
            <a:rect r="r" b="b" t="t" l="l"/>
            <a:pathLst>
              <a:path h="658751" w="2383638">
                <a:moveTo>
                  <a:pt x="0" y="0"/>
                </a:moveTo>
                <a:lnTo>
                  <a:pt x="2383637" y="0"/>
                </a:lnTo>
                <a:lnTo>
                  <a:pt x="2383637" y="658751"/>
                </a:lnTo>
                <a:lnTo>
                  <a:pt x="0" y="658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86692" y="3986206"/>
            <a:ext cx="1827740" cy="380626"/>
            <a:chOff x="0" y="0"/>
            <a:chExt cx="481380" cy="1002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380" cy="100247"/>
            </a:xfrm>
            <a:custGeom>
              <a:avLst/>
              <a:gdLst/>
              <a:ahLst/>
              <a:cxnLst/>
              <a:rect r="r" b="b" t="t" l="l"/>
              <a:pathLst>
                <a:path h="100247" w="481380">
                  <a:moveTo>
                    <a:pt x="0" y="0"/>
                  </a:moveTo>
                  <a:lnTo>
                    <a:pt x="481380" y="0"/>
                  </a:lnTo>
                  <a:lnTo>
                    <a:pt x="481380" y="100247"/>
                  </a:lnTo>
                  <a:lnTo>
                    <a:pt x="0" y="100247"/>
                  </a:lnTo>
                  <a:close/>
                </a:path>
              </a:pathLst>
            </a:custGeom>
            <a:solidFill>
              <a:srgbClr val="C0C0C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380" cy="147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281994" y="4623011"/>
            <a:ext cx="3724013" cy="90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8"/>
              </a:lnSpc>
            </a:pPr>
            <a:r>
              <a:rPr lang="en-US" sz="2591" b="true">
                <a:solidFill>
                  <a:srgbClr val="22491C"/>
                </a:solidFill>
                <a:latin typeface="Supply Bold"/>
                <a:ea typeface="Supply Bold"/>
                <a:cs typeface="Supply Bold"/>
                <a:sym typeface="Supply Bold"/>
              </a:rPr>
              <a:t>Funcionário</a:t>
            </a:r>
          </a:p>
          <a:p>
            <a:pPr algn="ctr">
              <a:lnSpc>
                <a:spcPts val="3628"/>
              </a:lnSpc>
              <a:spcBef>
                <a:spcPct val="0"/>
              </a:spcBef>
            </a:pPr>
            <a:r>
              <a:rPr lang="en-US" b="true" sz="2591">
                <a:solidFill>
                  <a:srgbClr val="22491C"/>
                </a:solidFill>
                <a:latin typeface="Supply Bold"/>
                <a:ea typeface="Supply Bold"/>
                <a:cs typeface="Supply Bold"/>
                <a:sym typeface="Supply Bold"/>
              </a:rPr>
              <a:t>do Almoxarifado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9180" y="296926"/>
            <a:ext cx="6249879" cy="4282161"/>
            <a:chOff x="0" y="0"/>
            <a:chExt cx="8333173" cy="570954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2700"/>
              <a:ext cx="8333173" cy="5696847"/>
              <a:chOff x="0" y="0"/>
              <a:chExt cx="3084250" cy="21085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084250" cy="2108552"/>
              </a:xfrm>
              <a:custGeom>
                <a:avLst/>
                <a:gdLst/>
                <a:ahLst/>
                <a:cxnLst/>
                <a:rect r="r" b="b" t="t" l="l"/>
                <a:pathLst>
                  <a:path h="2108552" w="3084250">
                    <a:moveTo>
                      <a:pt x="3084250" y="53265"/>
                    </a:moveTo>
                    <a:lnTo>
                      <a:pt x="3084250" y="2055286"/>
                    </a:lnTo>
                    <a:cubicBezTo>
                      <a:pt x="3084250" y="2084704"/>
                      <a:pt x="3060402" y="2108552"/>
                      <a:pt x="3030984" y="2108552"/>
                    </a:cubicBezTo>
                    <a:lnTo>
                      <a:pt x="53265" y="2108552"/>
                    </a:lnTo>
                    <a:cubicBezTo>
                      <a:pt x="23848" y="2108552"/>
                      <a:pt x="0" y="2084704"/>
                      <a:pt x="0" y="2055286"/>
                    </a:cubicBezTo>
                    <a:lnTo>
                      <a:pt x="0" y="53265"/>
                    </a:lnTo>
                    <a:cubicBezTo>
                      <a:pt x="0" y="23848"/>
                      <a:pt x="23848" y="0"/>
                      <a:pt x="53265" y="0"/>
                    </a:cubicBezTo>
                    <a:lnTo>
                      <a:pt x="3030984" y="0"/>
                    </a:lnTo>
                    <a:cubicBezTo>
                      <a:pt x="3060402" y="0"/>
                      <a:pt x="3084250" y="23848"/>
                      <a:pt x="3084250" y="53265"/>
                    </a:cubicBezTo>
                    <a:close/>
                  </a:path>
                </a:pathLst>
              </a:custGeom>
              <a:solidFill>
                <a:srgbClr val="221E1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3084250" cy="2156177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28778" y="0"/>
              <a:ext cx="8204394" cy="5593382"/>
              <a:chOff x="0" y="0"/>
              <a:chExt cx="3036664" cy="20702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036664" cy="2070259"/>
              </a:xfrm>
              <a:custGeom>
                <a:avLst/>
                <a:gdLst/>
                <a:ahLst/>
                <a:cxnLst/>
                <a:rect r="r" b="b" t="t" l="l"/>
                <a:pathLst>
                  <a:path h="2070259" w="3036664">
                    <a:moveTo>
                      <a:pt x="52843" y="0"/>
                    </a:moveTo>
                    <a:lnTo>
                      <a:pt x="2983820" y="0"/>
                    </a:lnTo>
                    <a:cubicBezTo>
                      <a:pt x="2997835" y="0"/>
                      <a:pt x="3011276" y="5567"/>
                      <a:pt x="3021186" y="15477"/>
                    </a:cubicBezTo>
                    <a:cubicBezTo>
                      <a:pt x="3031096" y="25387"/>
                      <a:pt x="3036664" y="38828"/>
                      <a:pt x="3036664" y="52843"/>
                    </a:cubicBezTo>
                    <a:lnTo>
                      <a:pt x="3036664" y="2017415"/>
                    </a:lnTo>
                    <a:cubicBezTo>
                      <a:pt x="3036664" y="2031430"/>
                      <a:pt x="3031096" y="2044871"/>
                      <a:pt x="3021186" y="2054781"/>
                    </a:cubicBezTo>
                    <a:cubicBezTo>
                      <a:pt x="3011276" y="2064691"/>
                      <a:pt x="2997835" y="2070259"/>
                      <a:pt x="2983820" y="2070259"/>
                    </a:cubicBezTo>
                    <a:lnTo>
                      <a:pt x="52843" y="2070259"/>
                    </a:lnTo>
                    <a:cubicBezTo>
                      <a:pt x="38828" y="2070259"/>
                      <a:pt x="25387" y="2064691"/>
                      <a:pt x="15477" y="2054781"/>
                    </a:cubicBezTo>
                    <a:cubicBezTo>
                      <a:pt x="5567" y="2044871"/>
                      <a:pt x="0" y="2031430"/>
                      <a:pt x="0" y="2017415"/>
                    </a:cubicBezTo>
                    <a:lnTo>
                      <a:pt x="0" y="52843"/>
                    </a:lnTo>
                    <a:cubicBezTo>
                      <a:pt x="0" y="38828"/>
                      <a:pt x="5567" y="25387"/>
                      <a:pt x="15477" y="15477"/>
                    </a:cubicBezTo>
                    <a:cubicBezTo>
                      <a:pt x="25387" y="5567"/>
                      <a:pt x="38828" y="0"/>
                      <a:pt x="52843" y="0"/>
                    </a:cubicBezTo>
                    <a:close/>
                  </a:path>
                </a:pathLst>
              </a:custGeom>
              <a:solidFill>
                <a:srgbClr val="E5FFF1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3036664" cy="2117884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8778" y="0"/>
              <a:ext cx="8204394" cy="587222"/>
              <a:chOff x="0" y="0"/>
              <a:chExt cx="2814668" cy="20145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814668" cy="201457"/>
              </a:xfrm>
              <a:custGeom>
                <a:avLst/>
                <a:gdLst/>
                <a:ahLst/>
                <a:cxnLst/>
                <a:rect r="r" b="b" t="t" l="l"/>
                <a:pathLst>
                  <a:path h="201457" w="2814668">
                    <a:moveTo>
                      <a:pt x="52843" y="0"/>
                    </a:moveTo>
                    <a:lnTo>
                      <a:pt x="2761825" y="0"/>
                    </a:lnTo>
                    <a:cubicBezTo>
                      <a:pt x="2775840" y="0"/>
                      <a:pt x="2789281" y="5567"/>
                      <a:pt x="2799191" y="15477"/>
                    </a:cubicBezTo>
                    <a:cubicBezTo>
                      <a:pt x="2809101" y="25387"/>
                      <a:pt x="2814668" y="38828"/>
                      <a:pt x="2814668" y="52843"/>
                    </a:cubicBezTo>
                    <a:lnTo>
                      <a:pt x="2814668" y="148614"/>
                    </a:lnTo>
                    <a:cubicBezTo>
                      <a:pt x="2814668" y="177799"/>
                      <a:pt x="2791009" y="201457"/>
                      <a:pt x="2761825" y="201457"/>
                    </a:cubicBezTo>
                    <a:lnTo>
                      <a:pt x="52843" y="201457"/>
                    </a:lnTo>
                    <a:cubicBezTo>
                      <a:pt x="38828" y="201457"/>
                      <a:pt x="25387" y="195890"/>
                      <a:pt x="15477" y="185980"/>
                    </a:cubicBezTo>
                    <a:cubicBezTo>
                      <a:pt x="5567" y="176070"/>
                      <a:pt x="0" y="162629"/>
                      <a:pt x="0" y="148614"/>
                    </a:cubicBezTo>
                    <a:lnTo>
                      <a:pt x="0" y="52843"/>
                    </a:lnTo>
                    <a:cubicBezTo>
                      <a:pt x="0" y="38828"/>
                      <a:pt x="5567" y="25387"/>
                      <a:pt x="15477" y="15477"/>
                    </a:cubicBezTo>
                    <a:cubicBezTo>
                      <a:pt x="25387" y="5567"/>
                      <a:pt x="38828" y="0"/>
                      <a:pt x="52843" y="0"/>
                    </a:cubicBez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814668" cy="249082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8778" y="198968"/>
              <a:ext cx="8204394" cy="391020"/>
              <a:chOff x="0" y="0"/>
              <a:chExt cx="2814668" cy="13414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814668" cy="134147"/>
              </a:xfrm>
              <a:custGeom>
                <a:avLst/>
                <a:gdLst/>
                <a:ahLst/>
                <a:cxnLst/>
                <a:rect r="r" b="b" t="t" l="l"/>
                <a:pathLst>
                  <a:path h="134147" w="2814668">
                    <a:moveTo>
                      <a:pt x="0" y="0"/>
                    </a:moveTo>
                    <a:lnTo>
                      <a:pt x="2814668" y="0"/>
                    </a:lnTo>
                    <a:lnTo>
                      <a:pt x="2814668" y="134147"/>
                    </a:lnTo>
                    <a:lnTo>
                      <a:pt x="0" y="134147"/>
                    </a:ln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2814668" cy="181772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5718517" y="81552"/>
              <a:ext cx="1419543" cy="473181"/>
            </a:xfrm>
            <a:custGeom>
              <a:avLst/>
              <a:gdLst/>
              <a:ahLst/>
              <a:cxnLst/>
              <a:rect r="r" b="b" t="t" l="l"/>
              <a:pathLst>
                <a:path h="473181" w="1419543">
                  <a:moveTo>
                    <a:pt x="0" y="0"/>
                  </a:moveTo>
                  <a:lnTo>
                    <a:pt x="1419542" y="0"/>
                  </a:lnTo>
                  <a:lnTo>
                    <a:pt x="1419542" y="473181"/>
                  </a:lnTo>
                  <a:lnTo>
                    <a:pt x="0" y="47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61929" t="-18421" r="-15638" b="-10138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423791" y="58294"/>
              <a:ext cx="5076217" cy="418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1884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Pensa/Sente.TXT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70139" y="4867447"/>
            <a:ext cx="6249879" cy="2253055"/>
            <a:chOff x="0" y="0"/>
            <a:chExt cx="8333173" cy="300407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12700"/>
              <a:ext cx="8333173" cy="2991374"/>
              <a:chOff x="0" y="0"/>
              <a:chExt cx="3084250" cy="110718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084250" cy="1107185"/>
              </a:xfrm>
              <a:custGeom>
                <a:avLst/>
                <a:gdLst/>
                <a:ahLst/>
                <a:cxnLst/>
                <a:rect r="r" b="b" t="t" l="l"/>
                <a:pathLst>
                  <a:path h="1107185" w="3084250">
                    <a:moveTo>
                      <a:pt x="3084250" y="53265"/>
                    </a:moveTo>
                    <a:lnTo>
                      <a:pt x="3084250" y="1053920"/>
                    </a:lnTo>
                    <a:cubicBezTo>
                      <a:pt x="3084250" y="1083337"/>
                      <a:pt x="3060402" y="1107185"/>
                      <a:pt x="3030984" y="1107185"/>
                    </a:cubicBezTo>
                    <a:lnTo>
                      <a:pt x="53265" y="1107185"/>
                    </a:lnTo>
                    <a:cubicBezTo>
                      <a:pt x="23848" y="1107185"/>
                      <a:pt x="0" y="1083337"/>
                      <a:pt x="0" y="1053920"/>
                    </a:cubicBezTo>
                    <a:lnTo>
                      <a:pt x="0" y="53265"/>
                    </a:lnTo>
                    <a:cubicBezTo>
                      <a:pt x="0" y="23848"/>
                      <a:pt x="23848" y="0"/>
                      <a:pt x="53265" y="0"/>
                    </a:cubicBezTo>
                    <a:lnTo>
                      <a:pt x="3030984" y="0"/>
                    </a:lnTo>
                    <a:cubicBezTo>
                      <a:pt x="3060402" y="0"/>
                      <a:pt x="3084250" y="23848"/>
                      <a:pt x="3084250" y="53265"/>
                    </a:cubicBezTo>
                    <a:close/>
                  </a:path>
                </a:pathLst>
              </a:custGeom>
              <a:solidFill>
                <a:srgbClr val="221E1E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3084250" cy="1154810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28778" y="0"/>
              <a:ext cx="8204394" cy="2861124"/>
              <a:chOff x="0" y="0"/>
              <a:chExt cx="3036664" cy="105897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036664" cy="1058978"/>
              </a:xfrm>
              <a:custGeom>
                <a:avLst/>
                <a:gdLst/>
                <a:ahLst/>
                <a:cxnLst/>
                <a:rect r="r" b="b" t="t" l="l"/>
                <a:pathLst>
                  <a:path h="1058978" w="3036664">
                    <a:moveTo>
                      <a:pt x="52843" y="0"/>
                    </a:moveTo>
                    <a:lnTo>
                      <a:pt x="2983820" y="0"/>
                    </a:lnTo>
                    <a:cubicBezTo>
                      <a:pt x="2997835" y="0"/>
                      <a:pt x="3011276" y="5567"/>
                      <a:pt x="3021186" y="15477"/>
                    </a:cubicBezTo>
                    <a:cubicBezTo>
                      <a:pt x="3031096" y="25387"/>
                      <a:pt x="3036664" y="38828"/>
                      <a:pt x="3036664" y="52843"/>
                    </a:cubicBezTo>
                    <a:lnTo>
                      <a:pt x="3036664" y="1006134"/>
                    </a:lnTo>
                    <a:cubicBezTo>
                      <a:pt x="3036664" y="1020149"/>
                      <a:pt x="3031096" y="1033590"/>
                      <a:pt x="3021186" y="1043500"/>
                    </a:cubicBezTo>
                    <a:cubicBezTo>
                      <a:pt x="3011276" y="1053410"/>
                      <a:pt x="2997835" y="1058978"/>
                      <a:pt x="2983820" y="1058978"/>
                    </a:cubicBezTo>
                    <a:lnTo>
                      <a:pt x="52843" y="1058978"/>
                    </a:lnTo>
                    <a:cubicBezTo>
                      <a:pt x="38828" y="1058978"/>
                      <a:pt x="25387" y="1053410"/>
                      <a:pt x="15477" y="1043500"/>
                    </a:cubicBezTo>
                    <a:cubicBezTo>
                      <a:pt x="5567" y="1033590"/>
                      <a:pt x="0" y="1020149"/>
                      <a:pt x="0" y="1006134"/>
                    </a:cubicBezTo>
                    <a:lnTo>
                      <a:pt x="0" y="52843"/>
                    </a:lnTo>
                    <a:cubicBezTo>
                      <a:pt x="0" y="38828"/>
                      <a:pt x="5567" y="25387"/>
                      <a:pt x="15477" y="15477"/>
                    </a:cubicBezTo>
                    <a:cubicBezTo>
                      <a:pt x="25387" y="5567"/>
                      <a:pt x="38828" y="0"/>
                      <a:pt x="52843" y="0"/>
                    </a:cubicBezTo>
                    <a:close/>
                  </a:path>
                </a:pathLst>
              </a:custGeom>
              <a:solidFill>
                <a:srgbClr val="E5FFF1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3036664" cy="1106603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28778" y="0"/>
              <a:ext cx="8204394" cy="587222"/>
              <a:chOff x="0" y="0"/>
              <a:chExt cx="2814668" cy="20145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814668" cy="201457"/>
              </a:xfrm>
              <a:custGeom>
                <a:avLst/>
                <a:gdLst/>
                <a:ahLst/>
                <a:cxnLst/>
                <a:rect r="r" b="b" t="t" l="l"/>
                <a:pathLst>
                  <a:path h="201457" w="2814668">
                    <a:moveTo>
                      <a:pt x="52843" y="0"/>
                    </a:moveTo>
                    <a:lnTo>
                      <a:pt x="2761825" y="0"/>
                    </a:lnTo>
                    <a:cubicBezTo>
                      <a:pt x="2775840" y="0"/>
                      <a:pt x="2789281" y="5567"/>
                      <a:pt x="2799191" y="15477"/>
                    </a:cubicBezTo>
                    <a:cubicBezTo>
                      <a:pt x="2809101" y="25387"/>
                      <a:pt x="2814668" y="38828"/>
                      <a:pt x="2814668" y="52843"/>
                    </a:cubicBezTo>
                    <a:lnTo>
                      <a:pt x="2814668" y="148614"/>
                    </a:lnTo>
                    <a:cubicBezTo>
                      <a:pt x="2814668" y="177799"/>
                      <a:pt x="2791009" y="201457"/>
                      <a:pt x="2761825" y="201457"/>
                    </a:cubicBezTo>
                    <a:lnTo>
                      <a:pt x="52843" y="201457"/>
                    </a:lnTo>
                    <a:cubicBezTo>
                      <a:pt x="38828" y="201457"/>
                      <a:pt x="25387" y="195890"/>
                      <a:pt x="15477" y="185980"/>
                    </a:cubicBezTo>
                    <a:cubicBezTo>
                      <a:pt x="5567" y="176070"/>
                      <a:pt x="0" y="162629"/>
                      <a:pt x="0" y="148614"/>
                    </a:cubicBezTo>
                    <a:lnTo>
                      <a:pt x="0" y="52843"/>
                    </a:lnTo>
                    <a:cubicBezTo>
                      <a:pt x="0" y="38828"/>
                      <a:pt x="5567" y="25387"/>
                      <a:pt x="15477" y="15477"/>
                    </a:cubicBezTo>
                    <a:cubicBezTo>
                      <a:pt x="25387" y="5567"/>
                      <a:pt x="38828" y="0"/>
                      <a:pt x="52843" y="0"/>
                    </a:cubicBez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2814668" cy="249082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8778" y="198968"/>
              <a:ext cx="8204394" cy="391020"/>
              <a:chOff x="0" y="0"/>
              <a:chExt cx="2814668" cy="13414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814668" cy="134147"/>
              </a:xfrm>
              <a:custGeom>
                <a:avLst/>
                <a:gdLst/>
                <a:ahLst/>
                <a:cxnLst/>
                <a:rect r="r" b="b" t="t" l="l"/>
                <a:pathLst>
                  <a:path h="134147" w="2814668">
                    <a:moveTo>
                      <a:pt x="0" y="0"/>
                    </a:moveTo>
                    <a:lnTo>
                      <a:pt x="2814668" y="0"/>
                    </a:lnTo>
                    <a:lnTo>
                      <a:pt x="2814668" y="134147"/>
                    </a:lnTo>
                    <a:lnTo>
                      <a:pt x="0" y="134147"/>
                    </a:ln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2814668" cy="181772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5718517" y="81552"/>
              <a:ext cx="1419543" cy="473181"/>
            </a:xfrm>
            <a:custGeom>
              <a:avLst/>
              <a:gdLst/>
              <a:ahLst/>
              <a:cxnLst/>
              <a:rect r="r" b="b" t="t" l="l"/>
              <a:pathLst>
                <a:path h="473181" w="1419543">
                  <a:moveTo>
                    <a:pt x="0" y="0"/>
                  </a:moveTo>
                  <a:lnTo>
                    <a:pt x="1419542" y="0"/>
                  </a:lnTo>
                  <a:lnTo>
                    <a:pt x="1419542" y="473181"/>
                  </a:lnTo>
                  <a:lnTo>
                    <a:pt x="0" y="47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61929" t="-18421" r="-15638" b="-101381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23791" y="58294"/>
              <a:ext cx="4761627" cy="418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1884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Ouve</a:t>
              </a:r>
              <a:r>
                <a:rPr lang="en-US" sz="1884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.TXT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67981" y="296926"/>
            <a:ext cx="6249879" cy="3135761"/>
            <a:chOff x="0" y="0"/>
            <a:chExt cx="8333173" cy="4181015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12700"/>
              <a:ext cx="8333173" cy="4168315"/>
              <a:chOff x="0" y="0"/>
              <a:chExt cx="3084250" cy="154280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084250" cy="1542802"/>
              </a:xfrm>
              <a:custGeom>
                <a:avLst/>
                <a:gdLst/>
                <a:ahLst/>
                <a:cxnLst/>
                <a:rect r="r" b="b" t="t" l="l"/>
                <a:pathLst>
                  <a:path h="1542802" w="3084250">
                    <a:moveTo>
                      <a:pt x="3084250" y="53265"/>
                    </a:moveTo>
                    <a:lnTo>
                      <a:pt x="3084250" y="1489537"/>
                    </a:lnTo>
                    <a:cubicBezTo>
                      <a:pt x="3084250" y="1518954"/>
                      <a:pt x="3060402" y="1542802"/>
                      <a:pt x="3030984" y="1542802"/>
                    </a:cubicBezTo>
                    <a:lnTo>
                      <a:pt x="53265" y="1542802"/>
                    </a:lnTo>
                    <a:cubicBezTo>
                      <a:pt x="23848" y="1542802"/>
                      <a:pt x="0" y="1518954"/>
                      <a:pt x="0" y="1489537"/>
                    </a:cubicBezTo>
                    <a:lnTo>
                      <a:pt x="0" y="53265"/>
                    </a:lnTo>
                    <a:cubicBezTo>
                      <a:pt x="0" y="23848"/>
                      <a:pt x="23848" y="0"/>
                      <a:pt x="53265" y="0"/>
                    </a:cubicBezTo>
                    <a:lnTo>
                      <a:pt x="3030984" y="0"/>
                    </a:lnTo>
                    <a:cubicBezTo>
                      <a:pt x="3060402" y="0"/>
                      <a:pt x="3084250" y="23848"/>
                      <a:pt x="3084250" y="53265"/>
                    </a:cubicBezTo>
                    <a:close/>
                  </a:path>
                </a:pathLst>
              </a:custGeom>
              <a:solidFill>
                <a:srgbClr val="221E1E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3084250" cy="1590427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28778" y="0"/>
              <a:ext cx="8204394" cy="4062377"/>
              <a:chOff x="0" y="0"/>
              <a:chExt cx="3036664" cy="15035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036664" cy="1503593"/>
              </a:xfrm>
              <a:custGeom>
                <a:avLst/>
                <a:gdLst/>
                <a:ahLst/>
                <a:cxnLst/>
                <a:rect r="r" b="b" t="t" l="l"/>
                <a:pathLst>
                  <a:path h="1503593" w="3036664">
                    <a:moveTo>
                      <a:pt x="52843" y="0"/>
                    </a:moveTo>
                    <a:lnTo>
                      <a:pt x="2983820" y="0"/>
                    </a:lnTo>
                    <a:cubicBezTo>
                      <a:pt x="2997835" y="0"/>
                      <a:pt x="3011276" y="5567"/>
                      <a:pt x="3021186" y="15477"/>
                    </a:cubicBezTo>
                    <a:cubicBezTo>
                      <a:pt x="3031096" y="25387"/>
                      <a:pt x="3036664" y="38828"/>
                      <a:pt x="3036664" y="52843"/>
                    </a:cubicBezTo>
                    <a:lnTo>
                      <a:pt x="3036664" y="1450750"/>
                    </a:lnTo>
                    <a:cubicBezTo>
                      <a:pt x="3036664" y="1464765"/>
                      <a:pt x="3031096" y="1478206"/>
                      <a:pt x="3021186" y="1488116"/>
                    </a:cubicBezTo>
                    <a:cubicBezTo>
                      <a:pt x="3011276" y="1498026"/>
                      <a:pt x="2997835" y="1503593"/>
                      <a:pt x="2983820" y="1503593"/>
                    </a:cubicBezTo>
                    <a:lnTo>
                      <a:pt x="52843" y="1503593"/>
                    </a:lnTo>
                    <a:cubicBezTo>
                      <a:pt x="38828" y="1503593"/>
                      <a:pt x="25387" y="1498026"/>
                      <a:pt x="15477" y="1488116"/>
                    </a:cubicBezTo>
                    <a:cubicBezTo>
                      <a:pt x="5567" y="1478206"/>
                      <a:pt x="0" y="1464765"/>
                      <a:pt x="0" y="1450750"/>
                    </a:cubicBezTo>
                    <a:lnTo>
                      <a:pt x="0" y="52843"/>
                    </a:lnTo>
                    <a:cubicBezTo>
                      <a:pt x="0" y="38828"/>
                      <a:pt x="5567" y="25387"/>
                      <a:pt x="15477" y="15477"/>
                    </a:cubicBezTo>
                    <a:cubicBezTo>
                      <a:pt x="25387" y="5567"/>
                      <a:pt x="38828" y="0"/>
                      <a:pt x="52843" y="0"/>
                    </a:cubicBezTo>
                    <a:close/>
                  </a:path>
                </a:pathLst>
              </a:custGeom>
              <a:solidFill>
                <a:srgbClr val="E5FFF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3036664" cy="1551218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8778" y="0"/>
              <a:ext cx="8204394" cy="587222"/>
              <a:chOff x="0" y="0"/>
              <a:chExt cx="2814668" cy="20145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814668" cy="201457"/>
              </a:xfrm>
              <a:custGeom>
                <a:avLst/>
                <a:gdLst/>
                <a:ahLst/>
                <a:cxnLst/>
                <a:rect r="r" b="b" t="t" l="l"/>
                <a:pathLst>
                  <a:path h="201457" w="2814668">
                    <a:moveTo>
                      <a:pt x="52843" y="0"/>
                    </a:moveTo>
                    <a:lnTo>
                      <a:pt x="2761825" y="0"/>
                    </a:lnTo>
                    <a:cubicBezTo>
                      <a:pt x="2775840" y="0"/>
                      <a:pt x="2789281" y="5567"/>
                      <a:pt x="2799191" y="15477"/>
                    </a:cubicBezTo>
                    <a:cubicBezTo>
                      <a:pt x="2809101" y="25387"/>
                      <a:pt x="2814668" y="38828"/>
                      <a:pt x="2814668" y="52843"/>
                    </a:cubicBezTo>
                    <a:lnTo>
                      <a:pt x="2814668" y="148614"/>
                    </a:lnTo>
                    <a:cubicBezTo>
                      <a:pt x="2814668" y="177799"/>
                      <a:pt x="2791009" y="201457"/>
                      <a:pt x="2761825" y="201457"/>
                    </a:cubicBezTo>
                    <a:lnTo>
                      <a:pt x="52843" y="201457"/>
                    </a:lnTo>
                    <a:cubicBezTo>
                      <a:pt x="38828" y="201457"/>
                      <a:pt x="25387" y="195890"/>
                      <a:pt x="15477" y="185980"/>
                    </a:cubicBezTo>
                    <a:cubicBezTo>
                      <a:pt x="5567" y="176070"/>
                      <a:pt x="0" y="162629"/>
                      <a:pt x="0" y="148614"/>
                    </a:cubicBezTo>
                    <a:lnTo>
                      <a:pt x="0" y="52843"/>
                    </a:lnTo>
                    <a:cubicBezTo>
                      <a:pt x="0" y="38828"/>
                      <a:pt x="5567" y="25387"/>
                      <a:pt x="15477" y="15477"/>
                    </a:cubicBezTo>
                    <a:cubicBezTo>
                      <a:pt x="25387" y="5567"/>
                      <a:pt x="38828" y="0"/>
                      <a:pt x="52843" y="0"/>
                    </a:cubicBez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2814668" cy="249082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28778" y="198968"/>
              <a:ext cx="8204394" cy="391020"/>
              <a:chOff x="0" y="0"/>
              <a:chExt cx="2814668" cy="13414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814668" cy="134147"/>
              </a:xfrm>
              <a:custGeom>
                <a:avLst/>
                <a:gdLst/>
                <a:ahLst/>
                <a:cxnLst/>
                <a:rect r="r" b="b" t="t" l="l"/>
                <a:pathLst>
                  <a:path h="134147" w="2814668">
                    <a:moveTo>
                      <a:pt x="0" y="0"/>
                    </a:moveTo>
                    <a:lnTo>
                      <a:pt x="2814668" y="0"/>
                    </a:lnTo>
                    <a:lnTo>
                      <a:pt x="2814668" y="134147"/>
                    </a:lnTo>
                    <a:lnTo>
                      <a:pt x="0" y="134147"/>
                    </a:ln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2814668" cy="181772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51" id="51"/>
            <p:cNvSpPr/>
            <p:nvPr/>
          </p:nvSpPr>
          <p:spPr>
            <a:xfrm flipH="false" flipV="false" rot="0">
              <a:off x="5718517" y="81552"/>
              <a:ext cx="1419543" cy="473181"/>
            </a:xfrm>
            <a:custGeom>
              <a:avLst/>
              <a:gdLst/>
              <a:ahLst/>
              <a:cxnLst/>
              <a:rect r="r" b="b" t="t" l="l"/>
              <a:pathLst>
                <a:path h="473181" w="1419543">
                  <a:moveTo>
                    <a:pt x="0" y="0"/>
                  </a:moveTo>
                  <a:lnTo>
                    <a:pt x="1419542" y="0"/>
                  </a:lnTo>
                  <a:lnTo>
                    <a:pt x="1419542" y="473181"/>
                  </a:lnTo>
                  <a:lnTo>
                    <a:pt x="0" y="47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61929" t="-18421" r="-15638" b="-10138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423791" y="58294"/>
              <a:ext cx="5034272" cy="418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1884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Vê.TXT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67981" y="4159620"/>
            <a:ext cx="6249879" cy="2960883"/>
            <a:chOff x="0" y="0"/>
            <a:chExt cx="8333173" cy="3947844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12700"/>
              <a:ext cx="8333173" cy="3935144"/>
              <a:chOff x="0" y="0"/>
              <a:chExt cx="3084250" cy="145649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3084250" cy="1456499"/>
              </a:xfrm>
              <a:custGeom>
                <a:avLst/>
                <a:gdLst/>
                <a:ahLst/>
                <a:cxnLst/>
                <a:rect r="r" b="b" t="t" l="l"/>
                <a:pathLst>
                  <a:path h="1456499" w="3084250">
                    <a:moveTo>
                      <a:pt x="3084250" y="53265"/>
                    </a:moveTo>
                    <a:lnTo>
                      <a:pt x="3084250" y="1403234"/>
                    </a:lnTo>
                    <a:cubicBezTo>
                      <a:pt x="3084250" y="1432651"/>
                      <a:pt x="3060402" y="1456499"/>
                      <a:pt x="3030984" y="1456499"/>
                    </a:cubicBezTo>
                    <a:lnTo>
                      <a:pt x="53265" y="1456499"/>
                    </a:lnTo>
                    <a:cubicBezTo>
                      <a:pt x="23848" y="1456499"/>
                      <a:pt x="0" y="1432651"/>
                      <a:pt x="0" y="1403234"/>
                    </a:cubicBezTo>
                    <a:lnTo>
                      <a:pt x="0" y="53265"/>
                    </a:lnTo>
                    <a:cubicBezTo>
                      <a:pt x="0" y="23848"/>
                      <a:pt x="23848" y="0"/>
                      <a:pt x="53265" y="0"/>
                    </a:cubicBezTo>
                    <a:lnTo>
                      <a:pt x="3030984" y="0"/>
                    </a:lnTo>
                    <a:cubicBezTo>
                      <a:pt x="3060402" y="0"/>
                      <a:pt x="3084250" y="23848"/>
                      <a:pt x="3084250" y="53265"/>
                    </a:cubicBezTo>
                    <a:close/>
                  </a:path>
                </a:pathLst>
              </a:custGeom>
              <a:solidFill>
                <a:srgbClr val="221E1E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3084250" cy="1504124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8778" y="0"/>
              <a:ext cx="8204394" cy="3810705"/>
              <a:chOff x="0" y="0"/>
              <a:chExt cx="3036664" cy="141044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3036664" cy="1410443"/>
              </a:xfrm>
              <a:custGeom>
                <a:avLst/>
                <a:gdLst/>
                <a:ahLst/>
                <a:cxnLst/>
                <a:rect r="r" b="b" t="t" l="l"/>
                <a:pathLst>
                  <a:path h="1410443" w="3036664">
                    <a:moveTo>
                      <a:pt x="52843" y="0"/>
                    </a:moveTo>
                    <a:lnTo>
                      <a:pt x="2983820" y="0"/>
                    </a:lnTo>
                    <a:cubicBezTo>
                      <a:pt x="2997835" y="0"/>
                      <a:pt x="3011276" y="5567"/>
                      <a:pt x="3021186" y="15477"/>
                    </a:cubicBezTo>
                    <a:cubicBezTo>
                      <a:pt x="3031096" y="25387"/>
                      <a:pt x="3036664" y="38828"/>
                      <a:pt x="3036664" y="52843"/>
                    </a:cubicBezTo>
                    <a:lnTo>
                      <a:pt x="3036664" y="1357600"/>
                    </a:lnTo>
                    <a:cubicBezTo>
                      <a:pt x="3036664" y="1371614"/>
                      <a:pt x="3031096" y="1385055"/>
                      <a:pt x="3021186" y="1394965"/>
                    </a:cubicBezTo>
                    <a:cubicBezTo>
                      <a:pt x="3011276" y="1404875"/>
                      <a:pt x="2997835" y="1410443"/>
                      <a:pt x="2983820" y="1410443"/>
                    </a:cubicBezTo>
                    <a:lnTo>
                      <a:pt x="52843" y="1410443"/>
                    </a:lnTo>
                    <a:cubicBezTo>
                      <a:pt x="38828" y="1410443"/>
                      <a:pt x="25387" y="1404875"/>
                      <a:pt x="15477" y="1394965"/>
                    </a:cubicBezTo>
                    <a:cubicBezTo>
                      <a:pt x="5567" y="1385055"/>
                      <a:pt x="0" y="1371614"/>
                      <a:pt x="0" y="1357600"/>
                    </a:cubicBezTo>
                    <a:lnTo>
                      <a:pt x="0" y="52843"/>
                    </a:lnTo>
                    <a:cubicBezTo>
                      <a:pt x="0" y="38828"/>
                      <a:pt x="5567" y="25387"/>
                      <a:pt x="15477" y="15477"/>
                    </a:cubicBezTo>
                    <a:cubicBezTo>
                      <a:pt x="25387" y="5567"/>
                      <a:pt x="38828" y="0"/>
                      <a:pt x="52843" y="0"/>
                    </a:cubicBezTo>
                    <a:close/>
                  </a:path>
                </a:pathLst>
              </a:custGeom>
              <a:solidFill>
                <a:srgbClr val="E5FFF1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3036664" cy="1458068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28778" y="0"/>
              <a:ext cx="8204394" cy="587222"/>
              <a:chOff x="0" y="0"/>
              <a:chExt cx="2814668" cy="201457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814668" cy="201457"/>
              </a:xfrm>
              <a:custGeom>
                <a:avLst/>
                <a:gdLst/>
                <a:ahLst/>
                <a:cxnLst/>
                <a:rect r="r" b="b" t="t" l="l"/>
                <a:pathLst>
                  <a:path h="201457" w="2814668">
                    <a:moveTo>
                      <a:pt x="52843" y="0"/>
                    </a:moveTo>
                    <a:lnTo>
                      <a:pt x="2761825" y="0"/>
                    </a:lnTo>
                    <a:cubicBezTo>
                      <a:pt x="2775840" y="0"/>
                      <a:pt x="2789281" y="5567"/>
                      <a:pt x="2799191" y="15477"/>
                    </a:cubicBezTo>
                    <a:cubicBezTo>
                      <a:pt x="2809101" y="25387"/>
                      <a:pt x="2814668" y="38828"/>
                      <a:pt x="2814668" y="52843"/>
                    </a:cubicBezTo>
                    <a:lnTo>
                      <a:pt x="2814668" y="148614"/>
                    </a:lnTo>
                    <a:cubicBezTo>
                      <a:pt x="2814668" y="177799"/>
                      <a:pt x="2791009" y="201457"/>
                      <a:pt x="2761825" y="201457"/>
                    </a:cubicBezTo>
                    <a:lnTo>
                      <a:pt x="52843" y="201457"/>
                    </a:lnTo>
                    <a:cubicBezTo>
                      <a:pt x="38828" y="201457"/>
                      <a:pt x="25387" y="195890"/>
                      <a:pt x="15477" y="185980"/>
                    </a:cubicBezTo>
                    <a:cubicBezTo>
                      <a:pt x="5567" y="176070"/>
                      <a:pt x="0" y="162629"/>
                      <a:pt x="0" y="148614"/>
                    </a:cubicBezTo>
                    <a:lnTo>
                      <a:pt x="0" y="52843"/>
                    </a:lnTo>
                    <a:cubicBezTo>
                      <a:pt x="0" y="38828"/>
                      <a:pt x="5567" y="25387"/>
                      <a:pt x="15477" y="15477"/>
                    </a:cubicBezTo>
                    <a:cubicBezTo>
                      <a:pt x="25387" y="5567"/>
                      <a:pt x="38828" y="0"/>
                      <a:pt x="52843" y="0"/>
                    </a:cubicBez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47625"/>
                <a:ext cx="2814668" cy="249082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28778" y="198968"/>
              <a:ext cx="8204394" cy="391020"/>
              <a:chOff x="0" y="0"/>
              <a:chExt cx="2814668" cy="134147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2814668" cy="134147"/>
              </a:xfrm>
              <a:custGeom>
                <a:avLst/>
                <a:gdLst/>
                <a:ahLst/>
                <a:cxnLst/>
                <a:rect r="r" b="b" t="t" l="l"/>
                <a:pathLst>
                  <a:path h="134147" w="2814668">
                    <a:moveTo>
                      <a:pt x="0" y="0"/>
                    </a:moveTo>
                    <a:lnTo>
                      <a:pt x="2814668" y="0"/>
                    </a:lnTo>
                    <a:lnTo>
                      <a:pt x="2814668" y="134147"/>
                    </a:lnTo>
                    <a:lnTo>
                      <a:pt x="0" y="134147"/>
                    </a:ln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47625"/>
                <a:ext cx="2814668" cy="181772"/>
              </a:xfrm>
              <a:prstGeom prst="rect">
                <a:avLst/>
              </a:prstGeom>
            </p:spPr>
            <p:txBody>
              <a:bodyPr anchor="ctr" rtlCol="false" tIns="30323" lIns="30323" bIns="30323" rIns="30323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66" id="66"/>
            <p:cNvSpPr/>
            <p:nvPr/>
          </p:nvSpPr>
          <p:spPr>
            <a:xfrm flipH="false" flipV="false" rot="0">
              <a:off x="5718517" y="81552"/>
              <a:ext cx="1419543" cy="473181"/>
            </a:xfrm>
            <a:custGeom>
              <a:avLst/>
              <a:gdLst/>
              <a:ahLst/>
              <a:cxnLst/>
              <a:rect r="r" b="b" t="t" l="l"/>
              <a:pathLst>
                <a:path h="473181" w="1419543">
                  <a:moveTo>
                    <a:pt x="0" y="0"/>
                  </a:moveTo>
                  <a:lnTo>
                    <a:pt x="1419542" y="0"/>
                  </a:lnTo>
                  <a:lnTo>
                    <a:pt x="1419542" y="473181"/>
                  </a:lnTo>
                  <a:lnTo>
                    <a:pt x="0" y="47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61929" t="-18421" r="-15638" b="-10138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 rot="0">
              <a:off x="423791" y="58294"/>
              <a:ext cx="5076217" cy="418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1884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Fala/Faz</a:t>
              </a:r>
              <a:r>
                <a:rPr lang="en-US" sz="1884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.TXT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0082981" y="4296495"/>
            <a:ext cx="418800" cy="418800"/>
          </a:xfrm>
          <a:custGeom>
            <a:avLst/>
            <a:gdLst/>
            <a:ahLst/>
            <a:cxnLst/>
            <a:rect r="r" b="b" t="t" l="l"/>
            <a:pathLst>
              <a:path h="418800" w="418800">
                <a:moveTo>
                  <a:pt x="0" y="0"/>
                </a:moveTo>
                <a:lnTo>
                  <a:pt x="418799" y="0"/>
                </a:lnTo>
                <a:lnTo>
                  <a:pt x="418799" y="418799"/>
                </a:lnTo>
                <a:lnTo>
                  <a:pt x="0" y="418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9" id="69"/>
          <p:cNvSpPr/>
          <p:nvPr/>
        </p:nvSpPr>
        <p:spPr>
          <a:xfrm>
            <a:off x="9144000" y="7596837"/>
            <a:ext cx="19050" cy="2690163"/>
          </a:xfrm>
          <a:prstGeom prst="line">
            <a:avLst/>
          </a:prstGeom>
          <a:ln cap="flat" w="28575">
            <a:solidFill>
              <a:srgbClr val="22491C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299127" y="7450741"/>
            <a:ext cx="17715078" cy="0"/>
          </a:xfrm>
          <a:prstGeom prst="line">
            <a:avLst/>
          </a:prstGeom>
          <a:ln cap="flat" w="28575">
            <a:solidFill>
              <a:srgbClr val="22491C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71" id="71"/>
          <p:cNvSpPr/>
          <p:nvPr/>
        </p:nvSpPr>
        <p:spPr>
          <a:xfrm flipH="true" flipV="false" rot="0">
            <a:off x="470139" y="7893653"/>
            <a:ext cx="8465377" cy="2047082"/>
          </a:xfrm>
          <a:custGeom>
            <a:avLst/>
            <a:gdLst/>
            <a:ahLst/>
            <a:cxnLst/>
            <a:rect r="r" b="b" t="t" l="l"/>
            <a:pathLst>
              <a:path h="2047082" w="8465377">
                <a:moveTo>
                  <a:pt x="8465377" y="0"/>
                </a:moveTo>
                <a:lnTo>
                  <a:pt x="0" y="0"/>
                </a:lnTo>
                <a:lnTo>
                  <a:pt x="0" y="2047083"/>
                </a:lnTo>
                <a:lnTo>
                  <a:pt x="8465377" y="2047083"/>
                </a:lnTo>
                <a:lnTo>
                  <a:pt x="846537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9367837" y="7893653"/>
            <a:ext cx="8465377" cy="2047082"/>
          </a:xfrm>
          <a:custGeom>
            <a:avLst/>
            <a:gdLst/>
            <a:ahLst/>
            <a:cxnLst/>
            <a:rect r="r" b="b" t="t" l="l"/>
            <a:pathLst>
              <a:path h="2047082" w="8465377">
                <a:moveTo>
                  <a:pt x="0" y="0"/>
                </a:moveTo>
                <a:lnTo>
                  <a:pt x="8465377" y="0"/>
                </a:lnTo>
                <a:lnTo>
                  <a:pt x="8465377" y="2047083"/>
                </a:lnTo>
                <a:lnTo>
                  <a:pt x="0" y="20470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8489250" y="3929408"/>
            <a:ext cx="1222623" cy="41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2292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Euler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77279" y="971550"/>
            <a:ext cx="5773681" cy="28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986" indent="-292493" lvl="1">
              <a:lnSpc>
                <a:spcPts val="3793"/>
              </a:lnSpc>
              <a:buFont typeface="Arial"/>
              <a:buChar char="•"/>
            </a:pPr>
            <a:r>
              <a:rPr lang="en-US" b="true" sz="27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Preocupação com a demora por causa de acidentes e defeitos;</a:t>
            </a:r>
          </a:p>
          <a:p>
            <a:pPr algn="l">
              <a:lnSpc>
                <a:spcPts val="3793"/>
              </a:lnSpc>
            </a:pPr>
          </a:p>
          <a:p>
            <a:pPr algn="l" marL="584986" indent="-292493" lvl="1">
              <a:lnSpc>
                <a:spcPts val="3793"/>
              </a:lnSpc>
              <a:buFont typeface="Arial"/>
              <a:buChar char="•"/>
            </a:pPr>
            <a:r>
              <a:rPr lang="en-US" b="true" sz="27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Confusão com as planilhas do Excel;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86804" y="5676646"/>
            <a:ext cx="5773681" cy="95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986" indent="-292493" lvl="1">
              <a:lnSpc>
                <a:spcPts val="3793"/>
              </a:lnSpc>
              <a:buFont typeface="Arial"/>
              <a:buChar char="•"/>
            </a:pPr>
            <a:r>
              <a:rPr lang="en-US" b="true" sz="27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Cobranças para agilizar o serviço;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806081" y="971550"/>
            <a:ext cx="5773681" cy="193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986" indent="-292493" lvl="1">
              <a:lnSpc>
                <a:spcPts val="3793"/>
              </a:lnSpc>
              <a:buFont typeface="Arial"/>
              <a:buChar char="•"/>
            </a:pPr>
            <a:r>
              <a:rPr lang="en-US" b="true" sz="27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Telas confusas;</a:t>
            </a:r>
          </a:p>
          <a:p>
            <a:pPr algn="l" marL="584986" indent="-292493" lvl="1">
              <a:lnSpc>
                <a:spcPts val="3793"/>
              </a:lnSpc>
              <a:buFont typeface="Arial"/>
              <a:buChar char="•"/>
            </a:pPr>
            <a:r>
              <a:rPr lang="en-US" b="true" sz="27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Colegas de equipe se embaralhando com um serviço simples;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806081" y="4916541"/>
            <a:ext cx="5773681" cy="193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986" indent="-292493" lvl="1">
              <a:lnSpc>
                <a:spcPts val="3793"/>
              </a:lnSpc>
              <a:buFont typeface="Arial"/>
              <a:buChar char="•"/>
            </a:pPr>
            <a:r>
              <a:rPr lang="en-US" b="true" sz="27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Busca criar um sistema próprio e moderno;</a:t>
            </a:r>
          </a:p>
          <a:p>
            <a:pPr algn="l" marL="584986" indent="-292493" lvl="1">
              <a:lnSpc>
                <a:spcPts val="3793"/>
              </a:lnSpc>
              <a:buFont typeface="Arial"/>
              <a:buChar char="•"/>
            </a:pPr>
            <a:r>
              <a:rPr lang="en-US" b="true" sz="27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Sugere melhorias de gastão;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86804" y="8078121"/>
            <a:ext cx="7399887" cy="135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509" b="true">
                <a:solidFill>
                  <a:srgbClr val="22491C"/>
                </a:solidFill>
                <a:latin typeface="Supply Bold"/>
                <a:ea typeface="Supply Bold"/>
                <a:cs typeface="Supply Bold"/>
                <a:sym typeface="Supply Bold"/>
              </a:rPr>
              <a:t>Dores</a:t>
            </a:r>
          </a:p>
          <a:p>
            <a:pPr algn="l" marL="541808" indent="-270904" lvl="1">
              <a:lnSpc>
                <a:spcPts val="3513"/>
              </a:lnSpc>
              <a:buFont typeface="Arial"/>
              <a:buChar char="•"/>
            </a:pPr>
            <a:r>
              <a:rPr lang="en-US" b="true" sz="25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Gastar caro em peças novas á toa;</a:t>
            </a:r>
          </a:p>
          <a:p>
            <a:pPr algn="l" marL="584986" indent="-292493" lvl="1">
              <a:lnSpc>
                <a:spcPts val="3793"/>
              </a:lnSpc>
              <a:buFont typeface="Arial"/>
              <a:buChar char="•"/>
            </a:pPr>
            <a:r>
              <a:rPr lang="en-US" b="true" sz="27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Risco de vazamento de dados;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179874" y="8036528"/>
            <a:ext cx="7399887" cy="174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3"/>
              </a:lnSpc>
            </a:pPr>
            <a:r>
              <a:rPr lang="en-US" sz="2509" b="true">
                <a:solidFill>
                  <a:srgbClr val="22491C"/>
                </a:solidFill>
                <a:latin typeface="Supply Bold"/>
                <a:ea typeface="Supply Bold"/>
                <a:cs typeface="Supply Bold"/>
                <a:sym typeface="Supply Bold"/>
              </a:rPr>
              <a:t>Ganhos</a:t>
            </a:r>
          </a:p>
          <a:p>
            <a:pPr algn="just" marL="541808" indent="-270904" lvl="1">
              <a:lnSpc>
                <a:spcPts val="3513"/>
              </a:lnSpc>
              <a:buFont typeface="Arial"/>
              <a:buChar char="•"/>
            </a:pPr>
            <a:r>
              <a:rPr lang="en-US" b="true" sz="25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Gerenciar melhor o tempo</a:t>
            </a:r>
            <a:r>
              <a:rPr lang="en-US" b="true" sz="25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;</a:t>
            </a:r>
          </a:p>
          <a:p>
            <a:pPr algn="just" marL="541808" indent="-270904" lvl="1">
              <a:lnSpc>
                <a:spcPts val="3513"/>
              </a:lnSpc>
              <a:buFont typeface="Arial"/>
              <a:buChar char="•"/>
            </a:pPr>
            <a:r>
              <a:rPr lang="en-US" b="true" sz="2509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Bater as metas de economia e eficiência logística;</a:t>
            </a:r>
          </a:p>
        </p:txBody>
      </p:sp>
      <p:sp>
        <p:nvSpPr>
          <p:cNvPr name="Freeform 80" id="80"/>
          <p:cNvSpPr/>
          <p:nvPr/>
        </p:nvSpPr>
        <p:spPr>
          <a:xfrm flipH="false" flipV="false" rot="0">
            <a:off x="16587214" y="3555198"/>
            <a:ext cx="669816" cy="589438"/>
          </a:xfrm>
          <a:custGeom>
            <a:avLst/>
            <a:gdLst/>
            <a:ahLst/>
            <a:cxnLst/>
            <a:rect r="r" b="b" t="t" l="l"/>
            <a:pathLst>
              <a:path h="589438" w="669816">
                <a:moveTo>
                  <a:pt x="0" y="0"/>
                </a:moveTo>
                <a:lnTo>
                  <a:pt x="669816" y="0"/>
                </a:lnTo>
                <a:lnTo>
                  <a:pt x="669816" y="589437"/>
                </a:lnTo>
                <a:lnTo>
                  <a:pt x="0" y="5894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787078" y="5957363"/>
            <a:ext cx="554310" cy="784864"/>
          </a:xfrm>
          <a:custGeom>
            <a:avLst/>
            <a:gdLst/>
            <a:ahLst/>
            <a:cxnLst/>
            <a:rect r="r" b="b" t="t" l="l"/>
            <a:pathLst>
              <a:path h="784864" w="554310">
                <a:moveTo>
                  <a:pt x="0" y="0"/>
                </a:moveTo>
                <a:lnTo>
                  <a:pt x="554311" y="0"/>
                </a:lnTo>
                <a:lnTo>
                  <a:pt x="554311" y="784864"/>
                </a:lnTo>
                <a:lnTo>
                  <a:pt x="0" y="7848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7377377" y="487311"/>
            <a:ext cx="659225" cy="541389"/>
          </a:xfrm>
          <a:custGeom>
            <a:avLst/>
            <a:gdLst/>
            <a:ahLst/>
            <a:cxnLst/>
            <a:rect r="r" b="b" t="t" l="l"/>
            <a:pathLst>
              <a:path h="541389" w="659225">
                <a:moveTo>
                  <a:pt x="0" y="0"/>
                </a:moveTo>
                <a:lnTo>
                  <a:pt x="659225" y="0"/>
                </a:lnTo>
                <a:lnTo>
                  <a:pt x="659225" y="541389"/>
                </a:lnTo>
                <a:lnTo>
                  <a:pt x="0" y="5413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2380" y="346011"/>
            <a:ext cx="7915858" cy="9594979"/>
          </a:xfrm>
          <a:custGeom>
            <a:avLst/>
            <a:gdLst/>
            <a:ahLst/>
            <a:cxnLst/>
            <a:rect r="r" b="b" t="t" l="l"/>
            <a:pathLst>
              <a:path h="9594979" w="7915858">
                <a:moveTo>
                  <a:pt x="0" y="0"/>
                </a:moveTo>
                <a:lnTo>
                  <a:pt x="7915857" y="0"/>
                </a:lnTo>
                <a:lnTo>
                  <a:pt x="7915857" y="9594978"/>
                </a:lnTo>
                <a:lnTo>
                  <a:pt x="0" y="9594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5476" y="2579638"/>
            <a:ext cx="8081479" cy="5832580"/>
            <a:chOff x="0" y="0"/>
            <a:chExt cx="10775305" cy="7776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79055"/>
              <a:ext cx="1249045" cy="1249045"/>
            </a:xfrm>
            <a:custGeom>
              <a:avLst/>
              <a:gdLst/>
              <a:ahLst/>
              <a:cxnLst/>
              <a:rect r="r" b="b" t="t" l="l"/>
              <a:pathLst>
                <a:path h="1249045" w="1249045">
                  <a:moveTo>
                    <a:pt x="0" y="0"/>
                  </a:moveTo>
                  <a:lnTo>
                    <a:pt x="1249045" y="0"/>
                  </a:lnTo>
                  <a:lnTo>
                    <a:pt x="1249045" y="1249045"/>
                  </a:lnTo>
                  <a:lnTo>
                    <a:pt x="0" y="1249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2040640"/>
              <a:ext cx="7643524" cy="5736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1"/>
                </a:lnSpc>
              </a:pPr>
              <a:r>
                <a:rPr lang="en-US" sz="3500" b="true">
                  <a:solidFill>
                    <a:srgbClr val="525252"/>
                  </a:solidFill>
                  <a:latin typeface="Supply Bold"/>
                  <a:ea typeface="Supply Bold"/>
                  <a:cs typeface="Supply Bold"/>
                  <a:sym typeface="Supply Bold"/>
                </a:rPr>
                <a:t>Bemisa - Mineradora</a:t>
              </a:r>
            </a:p>
            <a:p>
              <a:pPr algn="l">
                <a:lnSpc>
                  <a:spcPts val="4901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Solução tecnológica para monitorar as peças com defeito que necessitam de reparo urgente - </a:t>
              </a:r>
              <a:r>
                <a:rPr lang="en-US" sz="3500">
                  <a:solidFill>
                    <a:srgbClr val="02953D"/>
                  </a:solidFill>
                  <a:latin typeface="Supply"/>
                  <a:ea typeface="Supply"/>
                  <a:cs typeface="Supply"/>
                  <a:sym typeface="Supply"/>
                </a:rPr>
                <a:t>Sobressalentes Críticos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511305" y="-190500"/>
              <a:ext cx="9264000" cy="2127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62"/>
                </a:lnSpc>
                <a:spcBef>
                  <a:spcPct val="0"/>
                </a:spcBef>
              </a:pPr>
              <a:r>
                <a:rPr lang="en-US" sz="9544">
                  <a:solidFill>
                    <a:srgbClr val="22491C"/>
                  </a:solidFill>
                  <a:latin typeface="Stenciliqo"/>
                  <a:ea typeface="Stenciliqo"/>
                  <a:cs typeface="Stenciliqo"/>
                  <a:sym typeface="Stenciliqo"/>
                </a:rPr>
                <a:t>Demandas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643524" y="1200287"/>
              <a:ext cx="558399" cy="558399"/>
            </a:xfrm>
            <a:custGeom>
              <a:avLst/>
              <a:gdLst/>
              <a:ahLst/>
              <a:cxnLst/>
              <a:rect r="r" b="b" t="t" l="l"/>
              <a:pathLst>
                <a:path h="558399" w="558399">
                  <a:moveTo>
                    <a:pt x="0" y="0"/>
                  </a:moveTo>
                  <a:lnTo>
                    <a:pt x="558400" y="0"/>
                  </a:lnTo>
                  <a:lnTo>
                    <a:pt x="558400" y="558399"/>
                  </a:lnTo>
                  <a:lnTo>
                    <a:pt x="0" y="558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25588" y="662959"/>
            <a:ext cx="8356865" cy="8786818"/>
            <a:chOff x="0" y="0"/>
            <a:chExt cx="11142487" cy="117157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5074277"/>
              <a:ext cx="6644249" cy="6641481"/>
            </a:xfrm>
            <a:custGeom>
              <a:avLst/>
              <a:gdLst/>
              <a:ahLst/>
              <a:cxnLst/>
              <a:rect r="r" b="b" t="t" l="l"/>
              <a:pathLst>
                <a:path h="6641481" w="6644249">
                  <a:moveTo>
                    <a:pt x="0" y="0"/>
                  </a:moveTo>
                  <a:lnTo>
                    <a:pt x="6644249" y="0"/>
                  </a:lnTo>
                  <a:lnTo>
                    <a:pt x="6644249" y="6641481"/>
                  </a:lnTo>
                  <a:lnTo>
                    <a:pt x="0" y="6641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44249" cy="6211027"/>
            </a:xfrm>
            <a:custGeom>
              <a:avLst/>
              <a:gdLst/>
              <a:ahLst/>
              <a:cxnLst/>
              <a:rect r="r" b="b" t="t" l="l"/>
              <a:pathLst>
                <a:path h="6211027" w="6644249">
                  <a:moveTo>
                    <a:pt x="0" y="0"/>
                  </a:moveTo>
                  <a:lnTo>
                    <a:pt x="6644249" y="0"/>
                  </a:lnTo>
                  <a:lnTo>
                    <a:pt x="6644249" y="6211027"/>
                  </a:lnTo>
                  <a:lnTo>
                    <a:pt x="0" y="6211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-693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498238" y="5074277"/>
              <a:ext cx="6644249" cy="6641481"/>
            </a:xfrm>
            <a:custGeom>
              <a:avLst/>
              <a:gdLst/>
              <a:ahLst/>
              <a:cxnLst/>
              <a:rect r="r" b="b" t="t" l="l"/>
              <a:pathLst>
                <a:path h="6641481" w="6644249">
                  <a:moveTo>
                    <a:pt x="0" y="0"/>
                  </a:moveTo>
                  <a:lnTo>
                    <a:pt x="6644249" y="0"/>
                  </a:lnTo>
                  <a:lnTo>
                    <a:pt x="6644249" y="6641481"/>
                  </a:lnTo>
                  <a:lnTo>
                    <a:pt x="0" y="6641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720632" y="0"/>
              <a:ext cx="4421855" cy="6211027"/>
            </a:xfrm>
            <a:custGeom>
              <a:avLst/>
              <a:gdLst/>
              <a:ahLst/>
              <a:cxnLst/>
              <a:rect r="r" b="b" t="t" l="l"/>
              <a:pathLst>
                <a:path h="6211027" w="4421855">
                  <a:moveTo>
                    <a:pt x="0" y="0"/>
                  </a:moveTo>
                  <a:lnTo>
                    <a:pt x="4421855" y="0"/>
                  </a:lnTo>
                  <a:lnTo>
                    <a:pt x="4421855" y="6211027"/>
                  </a:lnTo>
                  <a:lnTo>
                    <a:pt x="0" y="6211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50259" t="0" r="0" b="-693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236550" y="0"/>
              <a:ext cx="3198681" cy="868985"/>
            </a:xfrm>
            <a:custGeom>
              <a:avLst/>
              <a:gdLst/>
              <a:ahLst/>
              <a:cxnLst/>
              <a:rect r="r" b="b" t="t" l="l"/>
              <a:pathLst>
                <a:path h="868985" w="3198681">
                  <a:moveTo>
                    <a:pt x="0" y="0"/>
                  </a:moveTo>
                  <a:lnTo>
                    <a:pt x="3198681" y="0"/>
                  </a:lnTo>
                  <a:lnTo>
                    <a:pt x="3198681" y="868985"/>
                  </a:lnTo>
                  <a:lnTo>
                    <a:pt x="0" y="86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31484" t="0" r="-76234" b="-66428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3801407" y="868985"/>
              <a:ext cx="4068967" cy="10830176"/>
              <a:chOff x="0" y="0"/>
              <a:chExt cx="812800" cy="216339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163391"/>
              </a:xfrm>
              <a:custGeom>
                <a:avLst/>
                <a:gdLst/>
                <a:ahLst/>
                <a:cxnLst/>
                <a:rect r="r" b="b" t="t" l="l"/>
                <a:pathLst>
                  <a:path h="216339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163391"/>
                    </a:lnTo>
                    <a:lnTo>
                      <a:pt x="0" y="2163391"/>
                    </a:lnTo>
                    <a:close/>
                  </a:path>
                </a:pathLst>
              </a:custGeom>
              <a:solidFill>
                <a:srgbClr val="E5FF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22110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8624142" y="346011"/>
            <a:ext cx="9185191" cy="9594979"/>
            <a:chOff x="0" y="0"/>
            <a:chExt cx="12246922" cy="1279330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2014168" cy="12793305"/>
              <a:chOff x="0" y="0"/>
              <a:chExt cx="2460244" cy="261985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60244" cy="2619858"/>
              </a:xfrm>
              <a:custGeom>
                <a:avLst/>
                <a:gdLst/>
                <a:ahLst/>
                <a:cxnLst/>
                <a:rect r="r" b="b" t="t" l="l"/>
                <a:pathLst>
                  <a:path h="2619858" w="2460244">
                    <a:moveTo>
                      <a:pt x="2460244" y="36946"/>
                    </a:moveTo>
                    <a:lnTo>
                      <a:pt x="2460244" y="2582912"/>
                    </a:lnTo>
                    <a:cubicBezTo>
                      <a:pt x="2460244" y="2603317"/>
                      <a:pt x="2443703" y="2619858"/>
                      <a:pt x="2423298" y="2619858"/>
                    </a:cubicBezTo>
                    <a:lnTo>
                      <a:pt x="36946" y="2619858"/>
                    </a:lnTo>
                    <a:cubicBezTo>
                      <a:pt x="27147" y="2619858"/>
                      <a:pt x="17750" y="2615966"/>
                      <a:pt x="10821" y="2609037"/>
                    </a:cubicBezTo>
                    <a:cubicBezTo>
                      <a:pt x="3892" y="2602108"/>
                      <a:pt x="0" y="2592711"/>
                      <a:pt x="0" y="2582912"/>
                    </a:cubicBezTo>
                    <a:lnTo>
                      <a:pt x="0" y="36946"/>
                    </a:lnTo>
                    <a:cubicBezTo>
                      <a:pt x="0" y="16541"/>
                      <a:pt x="16541" y="0"/>
                      <a:pt x="36946" y="0"/>
                    </a:cubicBezTo>
                    <a:lnTo>
                      <a:pt x="2423298" y="0"/>
                    </a:lnTo>
                    <a:cubicBezTo>
                      <a:pt x="2443703" y="0"/>
                      <a:pt x="2460244" y="16541"/>
                      <a:pt x="2460244" y="36946"/>
                    </a:cubicBezTo>
                    <a:close/>
                  </a:path>
                </a:pathLst>
              </a:custGeom>
              <a:solidFill>
                <a:srgbClr val="221E1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2460244" cy="26674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32754" y="0"/>
              <a:ext cx="12014168" cy="12560954"/>
              <a:chOff x="0" y="0"/>
              <a:chExt cx="2460307" cy="257227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460307" cy="2572279"/>
              </a:xfrm>
              <a:custGeom>
                <a:avLst/>
                <a:gdLst/>
                <a:ahLst/>
                <a:cxnLst/>
                <a:rect r="r" b="b" t="t" l="l"/>
                <a:pathLst>
                  <a:path h="2572279" w="2460307">
                    <a:moveTo>
                      <a:pt x="36086" y="0"/>
                    </a:moveTo>
                    <a:lnTo>
                      <a:pt x="2424220" y="0"/>
                    </a:lnTo>
                    <a:cubicBezTo>
                      <a:pt x="2433791" y="0"/>
                      <a:pt x="2442970" y="3802"/>
                      <a:pt x="2449737" y="10569"/>
                    </a:cubicBezTo>
                    <a:cubicBezTo>
                      <a:pt x="2456505" y="17337"/>
                      <a:pt x="2460307" y="26516"/>
                      <a:pt x="2460307" y="36086"/>
                    </a:cubicBezTo>
                    <a:lnTo>
                      <a:pt x="2460307" y="2536193"/>
                    </a:lnTo>
                    <a:cubicBezTo>
                      <a:pt x="2460307" y="2545764"/>
                      <a:pt x="2456505" y="2554942"/>
                      <a:pt x="2449737" y="2561710"/>
                    </a:cubicBezTo>
                    <a:cubicBezTo>
                      <a:pt x="2442970" y="2568478"/>
                      <a:pt x="2433791" y="2572279"/>
                      <a:pt x="2424220" y="2572279"/>
                    </a:cubicBezTo>
                    <a:lnTo>
                      <a:pt x="36086" y="2572279"/>
                    </a:lnTo>
                    <a:cubicBezTo>
                      <a:pt x="26516" y="2572279"/>
                      <a:pt x="17337" y="2568478"/>
                      <a:pt x="10569" y="2561710"/>
                    </a:cubicBezTo>
                    <a:cubicBezTo>
                      <a:pt x="3802" y="2554942"/>
                      <a:pt x="0" y="2545764"/>
                      <a:pt x="0" y="2536193"/>
                    </a:cubicBezTo>
                    <a:lnTo>
                      <a:pt x="0" y="36086"/>
                    </a:lnTo>
                    <a:cubicBezTo>
                      <a:pt x="0" y="26516"/>
                      <a:pt x="3802" y="17337"/>
                      <a:pt x="10569" y="10569"/>
                    </a:cubicBezTo>
                    <a:cubicBezTo>
                      <a:pt x="17337" y="3802"/>
                      <a:pt x="26516" y="0"/>
                      <a:pt x="36086" y="0"/>
                    </a:cubicBezTo>
                    <a:close/>
                  </a:path>
                </a:pathLst>
              </a:custGeom>
              <a:solidFill>
                <a:srgbClr val="E5FFF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2460307" cy="26199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2754" y="0"/>
              <a:ext cx="12014168" cy="983757"/>
              <a:chOff x="0" y="0"/>
              <a:chExt cx="2460307" cy="20145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460307" cy="201457"/>
              </a:xfrm>
              <a:custGeom>
                <a:avLst/>
                <a:gdLst/>
                <a:ahLst/>
                <a:cxnLst/>
                <a:rect r="r" b="b" t="t" l="l"/>
                <a:pathLst>
                  <a:path h="201457" w="2460307">
                    <a:moveTo>
                      <a:pt x="36086" y="0"/>
                    </a:moveTo>
                    <a:lnTo>
                      <a:pt x="2424220" y="0"/>
                    </a:lnTo>
                    <a:cubicBezTo>
                      <a:pt x="2433791" y="0"/>
                      <a:pt x="2442970" y="3802"/>
                      <a:pt x="2449737" y="10569"/>
                    </a:cubicBezTo>
                    <a:cubicBezTo>
                      <a:pt x="2456505" y="17337"/>
                      <a:pt x="2460307" y="26516"/>
                      <a:pt x="2460307" y="36086"/>
                    </a:cubicBezTo>
                    <a:lnTo>
                      <a:pt x="2460307" y="165371"/>
                    </a:lnTo>
                    <a:cubicBezTo>
                      <a:pt x="2460307" y="185301"/>
                      <a:pt x="2444150" y="201457"/>
                      <a:pt x="2424220" y="201457"/>
                    </a:cubicBezTo>
                    <a:lnTo>
                      <a:pt x="36086" y="201457"/>
                    </a:lnTo>
                    <a:cubicBezTo>
                      <a:pt x="26516" y="201457"/>
                      <a:pt x="17337" y="197655"/>
                      <a:pt x="10569" y="190888"/>
                    </a:cubicBezTo>
                    <a:cubicBezTo>
                      <a:pt x="3802" y="184120"/>
                      <a:pt x="0" y="174942"/>
                      <a:pt x="0" y="165371"/>
                    </a:cubicBezTo>
                    <a:lnTo>
                      <a:pt x="0" y="36086"/>
                    </a:lnTo>
                    <a:cubicBezTo>
                      <a:pt x="0" y="26516"/>
                      <a:pt x="3802" y="17337"/>
                      <a:pt x="10569" y="10569"/>
                    </a:cubicBezTo>
                    <a:cubicBezTo>
                      <a:pt x="17337" y="3802"/>
                      <a:pt x="26516" y="0"/>
                      <a:pt x="36086" y="0"/>
                    </a:cubicBez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2460307" cy="2490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32754" y="333326"/>
              <a:ext cx="12014168" cy="655065"/>
              <a:chOff x="0" y="0"/>
              <a:chExt cx="2460307" cy="13414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460307" cy="134147"/>
              </a:xfrm>
              <a:custGeom>
                <a:avLst/>
                <a:gdLst/>
                <a:ahLst/>
                <a:cxnLst/>
                <a:rect r="r" b="b" t="t" l="l"/>
                <a:pathLst>
                  <a:path h="134147" w="2460307">
                    <a:moveTo>
                      <a:pt x="0" y="0"/>
                    </a:moveTo>
                    <a:lnTo>
                      <a:pt x="2460307" y="0"/>
                    </a:lnTo>
                    <a:lnTo>
                      <a:pt x="2460307" y="134147"/>
                    </a:lnTo>
                    <a:lnTo>
                      <a:pt x="0" y="134147"/>
                    </a:ln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2460307" cy="1817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9580067" y="136622"/>
              <a:ext cx="2378119" cy="792706"/>
            </a:xfrm>
            <a:custGeom>
              <a:avLst/>
              <a:gdLst/>
              <a:ahLst/>
              <a:cxnLst/>
              <a:rect r="r" b="b" t="t" l="l"/>
              <a:pathLst>
                <a:path h="792706" w="2378119">
                  <a:moveTo>
                    <a:pt x="0" y="0"/>
                  </a:moveTo>
                  <a:lnTo>
                    <a:pt x="2378119" y="0"/>
                  </a:lnTo>
                  <a:lnTo>
                    <a:pt x="2378119" y="792706"/>
                  </a:lnTo>
                  <a:lnTo>
                    <a:pt x="0" y="79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261929" t="-18421" r="-15638" b="-10138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709966" y="94810"/>
              <a:ext cx="3936504" cy="705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20"/>
                </a:lnSpc>
              </a:pPr>
              <a:r>
                <a:rPr lang="en-US" sz="3157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Escavadeira.PNG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015260" y="1280716"/>
            <a:ext cx="8577522" cy="8231197"/>
          </a:xfrm>
          <a:custGeom>
            <a:avLst/>
            <a:gdLst/>
            <a:ahLst/>
            <a:cxnLst/>
            <a:rect r="r" b="b" t="t" l="l"/>
            <a:pathLst>
              <a:path h="8231197" w="8577522">
                <a:moveTo>
                  <a:pt x="0" y="0"/>
                </a:moveTo>
                <a:lnTo>
                  <a:pt x="8577522" y="0"/>
                </a:lnTo>
                <a:lnTo>
                  <a:pt x="8577522" y="8231197"/>
                </a:lnTo>
                <a:lnTo>
                  <a:pt x="0" y="82311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7475" t="0" r="-16648" b="0"/>
            </a:stretch>
          </a:blipFill>
          <a:ln w="38100" cap="sq">
            <a:solidFill>
              <a:srgbClr val="22491C"/>
            </a:solidFill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4468" y="38619"/>
            <a:ext cx="318897" cy="10287000"/>
            <a:chOff x="0" y="0"/>
            <a:chExt cx="42519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196" cy="5486400"/>
            </a:xfrm>
            <a:custGeom>
              <a:avLst/>
              <a:gdLst/>
              <a:ahLst/>
              <a:cxnLst/>
              <a:rect r="r" b="b" t="t" l="l"/>
              <a:pathLst>
                <a:path h="5486400" w="425196">
                  <a:moveTo>
                    <a:pt x="0" y="0"/>
                  </a:moveTo>
                  <a:lnTo>
                    <a:pt x="425196" y="0"/>
                  </a:lnTo>
                  <a:lnTo>
                    <a:pt x="42519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8229600"/>
              <a:ext cx="425196" cy="5486400"/>
            </a:xfrm>
            <a:custGeom>
              <a:avLst/>
              <a:gdLst/>
              <a:ahLst/>
              <a:cxnLst/>
              <a:rect r="r" b="b" t="t" l="l"/>
              <a:pathLst>
                <a:path h="5486400" w="425196">
                  <a:moveTo>
                    <a:pt x="0" y="0"/>
                  </a:moveTo>
                  <a:lnTo>
                    <a:pt x="425196" y="0"/>
                  </a:lnTo>
                  <a:lnTo>
                    <a:pt x="42519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0" y="418174"/>
              <a:ext cx="407416" cy="12863979"/>
              <a:chOff x="0" y="0"/>
              <a:chExt cx="80477" cy="25410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0477" cy="2541033"/>
              </a:xfrm>
              <a:custGeom>
                <a:avLst/>
                <a:gdLst/>
                <a:ahLst/>
                <a:cxnLst/>
                <a:rect r="r" b="b" t="t" l="l"/>
                <a:pathLst>
                  <a:path h="2541033" w="80477">
                    <a:moveTo>
                      <a:pt x="0" y="0"/>
                    </a:moveTo>
                    <a:lnTo>
                      <a:pt x="80477" y="0"/>
                    </a:lnTo>
                    <a:lnTo>
                      <a:pt x="80477" y="2541033"/>
                    </a:lnTo>
                    <a:lnTo>
                      <a:pt x="0" y="254103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80477" cy="25886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33443" y="2298206"/>
              <a:ext cx="340530" cy="1425563"/>
            </a:xfrm>
            <a:custGeom>
              <a:avLst/>
              <a:gdLst/>
              <a:ahLst/>
              <a:cxnLst/>
              <a:rect r="r" b="b" t="t" l="l"/>
              <a:pathLst>
                <a:path h="1425563" w="340530">
                  <a:moveTo>
                    <a:pt x="0" y="0"/>
                  </a:moveTo>
                  <a:lnTo>
                    <a:pt x="340530" y="0"/>
                  </a:lnTo>
                  <a:lnTo>
                    <a:pt x="340530" y="1425563"/>
                  </a:lnTo>
                  <a:lnTo>
                    <a:pt x="0" y="142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4403" t="-142764" r="-10459" b="-14209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573578" y="-19191"/>
            <a:ext cx="318897" cy="10287000"/>
            <a:chOff x="0" y="0"/>
            <a:chExt cx="425196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5196" cy="5486400"/>
            </a:xfrm>
            <a:custGeom>
              <a:avLst/>
              <a:gdLst/>
              <a:ahLst/>
              <a:cxnLst/>
              <a:rect r="r" b="b" t="t" l="l"/>
              <a:pathLst>
                <a:path h="5486400" w="425196">
                  <a:moveTo>
                    <a:pt x="0" y="0"/>
                  </a:moveTo>
                  <a:lnTo>
                    <a:pt x="425196" y="0"/>
                  </a:lnTo>
                  <a:lnTo>
                    <a:pt x="42519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8229600"/>
              <a:ext cx="425196" cy="5486400"/>
            </a:xfrm>
            <a:custGeom>
              <a:avLst/>
              <a:gdLst/>
              <a:ahLst/>
              <a:cxnLst/>
              <a:rect r="r" b="b" t="t" l="l"/>
              <a:pathLst>
                <a:path h="5486400" w="425196">
                  <a:moveTo>
                    <a:pt x="0" y="0"/>
                  </a:moveTo>
                  <a:lnTo>
                    <a:pt x="425196" y="0"/>
                  </a:lnTo>
                  <a:lnTo>
                    <a:pt x="42519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0" y="418174"/>
              <a:ext cx="407416" cy="12863979"/>
              <a:chOff x="0" y="0"/>
              <a:chExt cx="80477" cy="254103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0477" cy="2541033"/>
              </a:xfrm>
              <a:custGeom>
                <a:avLst/>
                <a:gdLst/>
                <a:ahLst/>
                <a:cxnLst/>
                <a:rect r="r" b="b" t="t" l="l"/>
                <a:pathLst>
                  <a:path h="2541033" w="80477">
                    <a:moveTo>
                      <a:pt x="0" y="0"/>
                    </a:moveTo>
                    <a:lnTo>
                      <a:pt x="80477" y="0"/>
                    </a:lnTo>
                    <a:lnTo>
                      <a:pt x="80477" y="2541033"/>
                    </a:lnTo>
                    <a:lnTo>
                      <a:pt x="0" y="254103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80477" cy="25886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33443" y="2298206"/>
              <a:ext cx="340530" cy="1425563"/>
            </a:xfrm>
            <a:custGeom>
              <a:avLst/>
              <a:gdLst/>
              <a:ahLst/>
              <a:cxnLst/>
              <a:rect r="r" b="b" t="t" l="l"/>
              <a:pathLst>
                <a:path h="1425563" w="340530">
                  <a:moveTo>
                    <a:pt x="0" y="0"/>
                  </a:moveTo>
                  <a:lnTo>
                    <a:pt x="340530" y="0"/>
                  </a:lnTo>
                  <a:lnTo>
                    <a:pt x="340530" y="1425563"/>
                  </a:lnTo>
                  <a:lnTo>
                    <a:pt x="0" y="142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4403" t="-142764" r="-10459" b="-14209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89298" y="478510"/>
            <a:ext cx="12709403" cy="9291598"/>
            <a:chOff x="0" y="0"/>
            <a:chExt cx="16945871" cy="123887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51288" cy="12388797"/>
            </a:xfrm>
            <a:custGeom>
              <a:avLst/>
              <a:gdLst/>
              <a:ahLst/>
              <a:cxnLst/>
              <a:rect r="r" b="b" t="t" l="l"/>
              <a:pathLst>
                <a:path h="12388797" w="11851288">
                  <a:moveTo>
                    <a:pt x="0" y="0"/>
                  </a:moveTo>
                  <a:lnTo>
                    <a:pt x="11851288" y="0"/>
                  </a:lnTo>
                  <a:lnTo>
                    <a:pt x="11851288" y="12388797"/>
                  </a:lnTo>
                  <a:lnTo>
                    <a:pt x="0" y="123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66369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989144" y="0"/>
              <a:ext cx="10956727" cy="12388797"/>
            </a:xfrm>
            <a:custGeom>
              <a:avLst/>
              <a:gdLst/>
              <a:ahLst/>
              <a:cxnLst/>
              <a:rect r="r" b="b" t="t" l="l"/>
              <a:pathLst>
                <a:path h="12388797" w="10956727">
                  <a:moveTo>
                    <a:pt x="0" y="0"/>
                  </a:moveTo>
                  <a:lnTo>
                    <a:pt x="10956727" y="0"/>
                  </a:lnTo>
                  <a:lnTo>
                    <a:pt x="10956727" y="12388797"/>
                  </a:lnTo>
                  <a:lnTo>
                    <a:pt x="0" y="123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79952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088605" y="7966634"/>
            <a:ext cx="2539967" cy="592709"/>
            <a:chOff x="0" y="0"/>
            <a:chExt cx="3386623" cy="7902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56283"/>
              <a:ext cx="682834" cy="677713"/>
            </a:xfrm>
            <a:custGeom>
              <a:avLst/>
              <a:gdLst/>
              <a:ahLst/>
              <a:cxnLst/>
              <a:rect r="r" b="b" t="t" l="l"/>
              <a:pathLst>
                <a:path h="677713" w="682834">
                  <a:moveTo>
                    <a:pt x="0" y="0"/>
                  </a:moveTo>
                  <a:lnTo>
                    <a:pt x="682834" y="0"/>
                  </a:lnTo>
                  <a:lnTo>
                    <a:pt x="682834" y="677713"/>
                  </a:lnTo>
                  <a:lnTo>
                    <a:pt x="0" y="677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10553" y="0"/>
              <a:ext cx="2476069" cy="790279"/>
            </a:xfrm>
            <a:custGeom>
              <a:avLst/>
              <a:gdLst/>
              <a:ahLst/>
              <a:cxnLst/>
              <a:rect r="r" b="b" t="t" l="l"/>
              <a:pathLst>
                <a:path h="790279" w="2476069">
                  <a:moveTo>
                    <a:pt x="0" y="0"/>
                  </a:moveTo>
                  <a:lnTo>
                    <a:pt x="2476070" y="0"/>
                  </a:lnTo>
                  <a:lnTo>
                    <a:pt x="2476070" y="790279"/>
                  </a:lnTo>
                  <a:lnTo>
                    <a:pt x="0" y="790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1119888" y="133681"/>
              <a:ext cx="2057400" cy="522916"/>
              <a:chOff x="0" y="0"/>
              <a:chExt cx="406400" cy="10329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103292"/>
              </a:xfrm>
              <a:custGeom>
                <a:avLst/>
                <a:gdLst/>
                <a:ahLst/>
                <a:cxnLst/>
                <a:rect r="r" b="b" t="t" l="l"/>
                <a:pathLst>
                  <a:path h="103292" w="406400">
                    <a:moveTo>
                      <a:pt x="0" y="0"/>
                    </a:moveTo>
                    <a:lnTo>
                      <a:pt x="406400" y="0"/>
                    </a:lnTo>
                    <a:lnTo>
                      <a:pt x="406400" y="103292"/>
                    </a:lnTo>
                    <a:lnTo>
                      <a:pt x="0" y="103292"/>
                    </a:lnTo>
                    <a:close/>
                  </a:path>
                </a:pathLst>
              </a:custGeom>
              <a:solidFill>
                <a:srgbClr val="DADAD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406400" cy="1509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192181" y="97748"/>
              <a:ext cx="1912815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True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61673" y="7966634"/>
            <a:ext cx="2539967" cy="592709"/>
            <a:chOff x="0" y="0"/>
            <a:chExt cx="3386623" cy="7902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56283"/>
              <a:ext cx="682834" cy="677713"/>
            </a:xfrm>
            <a:custGeom>
              <a:avLst/>
              <a:gdLst/>
              <a:ahLst/>
              <a:cxnLst/>
              <a:rect r="r" b="b" t="t" l="l"/>
              <a:pathLst>
                <a:path h="677713" w="682834">
                  <a:moveTo>
                    <a:pt x="0" y="0"/>
                  </a:moveTo>
                  <a:lnTo>
                    <a:pt x="682834" y="0"/>
                  </a:lnTo>
                  <a:lnTo>
                    <a:pt x="682834" y="677713"/>
                  </a:lnTo>
                  <a:lnTo>
                    <a:pt x="0" y="677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910553" y="0"/>
              <a:ext cx="2476069" cy="790279"/>
            </a:xfrm>
            <a:custGeom>
              <a:avLst/>
              <a:gdLst/>
              <a:ahLst/>
              <a:cxnLst/>
              <a:rect r="r" b="b" t="t" l="l"/>
              <a:pathLst>
                <a:path h="790279" w="2476069">
                  <a:moveTo>
                    <a:pt x="0" y="0"/>
                  </a:moveTo>
                  <a:lnTo>
                    <a:pt x="2476070" y="0"/>
                  </a:lnTo>
                  <a:lnTo>
                    <a:pt x="2476070" y="790279"/>
                  </a:lnTo>
                  <a:lnTo>
                    <a:pt x="0" y="790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9" id="29"/>
            <p:cNvGrpSpPr/>
            <p:nvPr/>
          </p:nvGrpSpPr>
          <p:grpSpPr>
            <a:xfrm rot="0">
              <a:off x="1119888" y="133681"/>
              <a:ext cx="2057400" cy="522916"/>
              <a:chOff x="0" y="0"/>
              <a:chExt cx="406400" cy="10329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" cy="103292"/>
              </a:xfrm>
              <a:custGeom>
                <a:avLst/>
                <a:gdLst/>
                <a:ahLst/>
                <a:cxnLst/>
                <a:rect r="r" b="b" t="t" l="l"/>
                <a:pathLst>
                  <a:path h="103292" w="406400">
                    <a:moveTo>
                      <a:pt x="0" y="0"/>
                    </a:moveTo>
                    <a:lnTo>
                      <a:pt x="406400" y="0"/>
                    </a:lnTo>
                    <a:lnTo>
                      <a:pt x="406400" y="103292"/>
                    </a:lnTo>
                    <a:lnTo>
                      <a:pt x="0" y="103292"/>
                    </a:lnTo>
                    <a:close/>
                  </a:path>
                </a:pathLst>
              </a:custGeom>
              <a:solidFill>
                <a:srgbClr val="DADADA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406400" cy="1509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192181" y="97748"/>
              <a:ext cx="1912815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False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8419172" y="8349943"/>
            <a:ext cx="418800" cy="418800"/>
          </a:xfrm>
          <a:custGeom>
            <a:avLst/>
            <a:gdLst/>
            <a:ahLst/>
            <a:cxnLst/>
            <a:rect r="r" b="b" t="t" l="l"/>
            <a:pathLst>
              <a:path h="418800" w="418800">
                <a:moveTo>
                  <a:pt x="0" y="0"/>
                </a:moveTo>
                <a:lnTo>
                  <a:pt x="418800" y="0"/>
                </a:lnTo>
                <a:lnTo>
                  <a:pt x="418800" y="418800"/>
                </a:lnTo>
                <a:lnTo>
                  <a:pt x="0" y="418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017942" y="1709953"/>
            <a:ext cx="10594070" cy="176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2"/>
              </a:lnSpc>
              <a:spcBef>
                <a:spcPct val="0"/>
              </a:spcBef>
            </a:pPr>
            <a:r>
              <a:rPr lang="en-US" sz="10244">
                <a:solidFill>
                  <a:srgbClr val="22491C"/>
                </a:solidFill>
                <a:latin typeface="Stenciliqo"/>
                <a:ea typeface="Stenciliqo"/>
                <a:cs typeface="Stenciliqo"/>
                <a:sym typeface="Stenciliqo"/>
              </a:rPr>
              <a:t>Desafio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2877985" y="715502"/>
            <a:ext cx="442392" cy="626396"/>
          </a:xfrm>
          <a:custGeom>
            <a:avLst/>
            <a:gdLst/>
            <a:ahLst/>
            <a:cxnLst/>
            <a:rect r="r" b="b" t="t" l="l"/>
            <a:pathLst>
              <a:path h="626396" w="442392">
                <a:moveTo>
                  <a:pt x="0" y="0"/>
                </a:moveTo>
                <a:lnTo>
                  <a:pt x="442393" y="0"/>
                </a:lnTo>
                <a:lnTo>
                  <a:pt x="442393" y="626396"/>
                </a:lnTo>
                <a:lnTo>
                  <a:pt x="0" y="6263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990815" y="1919503"/>
            <a:ext cx="1227467" cy="1037210"/>
          </a:xfrm>
          <a:custGeom>
            <a:avLst/>
            <a:gdLst/>
            <a:ahLst/>
            <a:cxnLst/>
            <a:rect r="r" b="b" t="t" l="l"/>
            <a:pathLst>
              <a:path h="1037210" w="1227467">
                <a:moveTo>
                  <a:pt x="0" y="0"/>
                </a:moveTo>
                <a:lnTo>
                  <a:pt x="1227467" y="0"/>
                </a:lnTo>
                <a:lnTo>
                  <a:pt x="1227467" y="1037210"/>
                </a:lnTo>
                <a:lnTo>
                  <a:pt x="0" y="103721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4793171" y="3496194"/>
            <a:ext cx="8480610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22491C"/>
                </a:solidFill>
                <a:latin typeface="Supply Bold"/>
                <a:ea typeface="Supply Bold"/>
                <a:cs typeface="Supply Bold"/>
                <a:sym typeface="Supply Bold"/>
              </a:rPr>
              <a:t>O Site deve ser:</a:t>
            </a:r>
          </a:p>
          <a:p>
            <a:pPr algn="l">
              <a:lnSpc>
                <a:spcPts val="5320"/>
              </a:lnSpc>
            </a:pPr>
          </a:p>
          <a:p>
            <a:pPr algn="l" marL="798831" indent="-399416" lvl="1">
              <a:lnSpc>
                <a:spcPts val="5180"/>
              </a:lnSpc>
              <a:buFont typeface="Arial"/>
              <a:buChar char="•"/>
            </a:pPr>
            <a:r>
              <a:rPr lang="en-US" b="true" sz="3700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Responsivo</a:t>
            </a:r>
          </a:p>
          <a:p>
            <a:pPr algn="l" marL="798831" indent="-399416" lvl="1">
              <a:lnSpc>
                <a:spcPts val="5180"/>
              </a:lnSpc>
              <a:buFont typeface="Arial"/>
              <a:buChar char="•"/>
            </a:pPr>
            <a:r>
              <a:rPr lang="en-US" b="true" sz="3700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Acessível</a:t>
            </a:r>
          </a:p>
          <a:p>
            <a:pPr algn="l" marL="798831" indent="-399416" lvl="1">
              <a:lnSpc>
                <a:spcPts val="5180"/>
              </a:lnSpc>
              <a:buFont typeface="Arial"/>
              <a:buChar char="•"/>
            </a:pPr>
            <a:r>
              <a:rPr lang="en-US" b="true" sz="3700">
                <a:solidFill>
                  <a:srgbClr val="525252"/>
                </a:solidFill>
                <a:latin typeface="Supply Bold"/>
                <a:ea typeface="Supply Bold"/>
                <a:cs typeface="Supply Bold"/>
                <a:sym typeface="Supply Bold"/>
              </a:rPr>
              <a:t>Atualização em tempo real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-1706992" y="0"/>
            <a:ext cx="3086100" cy="10306332"/>
            <a:chOff x="0" y="0"/>
            <a:chExt cx="812800" cy="27144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2714425"/>
            </a:xfrm>
            <a:custGeom>
              <a:avLst/>
              <a:gdLst/>
              <a:ahLst/>
              <a:cxnLst/>
              <a:rect r="r" b="b" t="t" l="l"/>
              <a:pathLst>
                <a:path h="271442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14425"/>
                  </a:lnTo>
                  <a:lnTo>
                    <a:pt x="0" y="2714425"/>
                  </a:lnTo>
                  <a:close/>
                </a:path>
              </a:pathLst>
            </a:custGeom>
            <a:solidFill>
              <a:srgbClr val="3A643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12800" cy="27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897272" y="-28857"/>
            <a:ext cx="3086100" cy="10306332"/>
            <a:chOff x="0" y="0"/>
            <a:chExt cx="812800" cy="27144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2714425"/>
            </a:xfrm>
            <a:custGeom>
              <a:avLst/>
              <a:gdLst/>
              <a:ahLst/>
              <a:cxnLst/>
              <a:rect r="r" b="b" t="t" l="l"/>
              <a:pathLst>
                <a:path h="271442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14425"/>
                  </a:lnTo>
                  <a:lnTo>
                    <a:pt x="0" y="2714425"/>
                  </a:lnTo>
                  <a:close/>
                </a:path>
              </a:pathLst>
            </a:custGeom>
            <a:solidFill>
              <a:srgbClr val="3A643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12800" cy="27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5400000">
            <a:off x="-3369564" y="5869545"/>
            <a:ext cx="7315200" cy="1481328"/>
          </a:xfrm>
          <a:custGeom>
            <a:avLst/>
            <a:gdLst/>
            <a:ahLst/>
            <a:cxnLst/>
            <a:rect r="r" b="b" t="t" l="l"/>
            <a:pathLst>
              <a:path h="1481328" w="7315200">
                <a:moveTo>
                  <a:pt x="0" y="0"/>
                </a:moveTo>
                <a:lnTo>
                  <a:pt x="7315200" y="0"/>
                </a:lnTo>
                <a:lnTo>
                  <a:pt x="7315200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5400000">
            <a:off x="-3369564" y="-1441551"/>
            <a:ext cx="7315200" cy="1481328"/>
          </a:xfrm>
          <a:custGeom>
            <a:avLst/>
            <a:gdLst/>
            <a:ahLst/>
            <a:cxnLst/>
            <a:rect r="r" b="b" t="t" l="l"/>
            <a:pathLst>
              <a:path h="1481328" w="7315200">
                <a:moveTo>
                  <a:pt x="0" y="0"/>
                </a:moveTo>
                <a:lnTo>
                  <a:pt x="7315200" y="0"/>
                </a:lnTo>
                <a:lnTo>
                  <a:pt x="7315200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true" flipV="true" rot="5400000">
            <a:off x="14337489" y="7228909"/>
            <a:ext cx="7315200" cy="1481328"/>
          </a:xfrm>
          <a:custGeom>
            <a:avLst/>
            <a:gdLst/>
            <a:ahLst/>
            <a:cxnLst/>
            <a:rect r="r" b="b" t="t" l="l"/>
            <a:pathLst>
              <a:path h="1481328" w="7315200">
                <a:moveTo>
                  <a:pt x="7315200" y="1481328"/>
                </a:moveTo>
                <a:lnTo>
                  <a:pt x="0" y="1481328"/>
                </a:lnTo>
                <a:lnTo>
                  <a:pt x="0" y="0"/>
                </a:lnTo>
                <a:lnTo>
                  <a:pt x="7315200" y="0"/>
                </a:lnTo>
                <a:lnTo>
                  <a:pt x="7315200" y="1481328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true" rot="5400000">
            <a:off x="14337489" y="-82187"/>
            <a:ext cx="7315200" cy="1481328"/>
          </a:xfrm>
          <a:custGeom>
            <a:avLst/>
            <a:gdLst/>
            <a:ahLst/>
            <a:cxnLst/>
            <a:rect r="r" b="b" t="t" l="l"/>
            <a:pathLst>
              <a:path h="1481328" w="7315200">
                <a:moveTo>
                  <a:pt x="7315200" y="1481328"/>
                </a:moveTo>
                <a:lnTo>
                  <a:pt x="0" y="1481328"/>
                </a:lnTo>
                <a:lnTo>
                  <a:pt x="0" y="0"/>
                </a:lnTo>
                <a:lnTo>
                  <a:pt x="7315200" y="0"/>
                </a:lnTo>
                <a:lnTo>
                  <a:pt x="7315200" y="1481328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4988" y="346011"/>
            <a:ext cx="7915858" cy="9594979"/>
          </a:xfrm>
          <a:custGeom>
            <a:avLst/>
            <a:gdLst/>
            <a:ahLst/>
            <a:cxnLst/>
            <a:rect r="r" b="b" t="t" l="l"/>
            <a:pathLst>
              <a:path h="9594979" w="7915858">
                <a:moveTo>
                  <a:pt x="0" y="0"/>
                </a:moveTo>
                <a:lnTo>
                  <a:pt x="7915857" y="0"/>
                </a:lnTo>
                <a:lnTo>
                  <a:pt x="7915857" y="9594978"/>
                </a:lnTo>
                <a:lnTo>
                  <a:pt x="0" y="9594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31263" y="2404788"/>
            <a:ext cx="6263308" cy="7329762"/>
            <a:chOff x="0" y="0"/>
            <a:chExt cx="8351077" cy="977301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60383"/>
              <a:ext cx="7643524" cy="8212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901"/>
                </a:lnSpc>
              </a:pPr>
              <a:r>
                <a:rPr lang="en-US" sz="3500" b="true">
                  <a:solidFill>
                    <a:srgbClr val="525252"/>
                  </a:solidFill>
                  <a:latin typeface="Supply Bold"/>
                  <a:ea typeface="Supply Bold"/>
                  <a:cs typeface="Supply Bold"/>
                  <a:sym typeface="Supply Bold"/>
                </a:rPr>
                <a:t>Plataformas:</a:t>
              </a:r>
            </a:p>
            <a:p>
              <a:pPr algn="r">
                <a:lnSpc>
                  <a:spcPts val="4901"/>
                </a:lnSpc>
              </a:pPr>
              <a:r>
                <a:rPr lang="en-US" sz="3500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Figma;</a:t>
              </a:r>
            </a:p>
            <a:p>
              <a:pPr algn="r">
                <a:lnSpc>
                  <a:spcPts val="4901"/>
                </a:lnSpc>
              </a:pPr>
              <a:r>
                <a:rPr lang="en-US" sz="3500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VSCode;</a:t>
              </a:r>
            </a:p>
            <a:p>
              <a:pPr algn="r">
                <a:lnSpc>
                  <a:spcPts val="4901"/>
                </a:lnSpc>
              </a:pPr>
              <a:r>
                <a:rPr lang="en-US" sz="3500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Github;</a:t>
              </a:r>
            </a:p>
            <a:p>
              <a:pPr algn="r">
                <a:lnSpc>
                  <a:spcPts val="4901"/>
                </a:lnSpc>
              </a:pPr>
              <a:r>
                <a:rPr lang="en-US" sz="3500" b="true">
                  <a:solidFill>
                    <a:srgbClr val="525252"/>
                  </a:solidFill>
                  <a:latin typeface="Supply Bold"/>
                  <a:ea typeface="Supply Bold"/>
                  <a:cs typeface="Supply Bold"/>
                  <a:sym typeface="Supply Bold"/>
                </a:rPr>
                <a:t>Linguagens:</a:t>
              </a:r>
            </a:p>
            <a:p>
              <a:pPr algn="r">
                <a:lnSpc>
                  <a:spcPts val="4901"/>
                </a:lnSpc>
              </a:pPr>
              <a:r>
                <a:rPr lang="en-US" sz="3500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HTML, CSS;</a:t>
              </a:r>
            </a:p>
            <a:p>
              <a:pPr algn="r">
                <a:lnSpc>
                  <a:spcPts val="4901"/>
                </a:lnSpc>
              </a:pPr>
              <a:r>
                <a:rPr lang="en-US" sz="3500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JavaScript;</a:t>
              </a:r>
            </a:p>
            <a:p>
              <a:pPr algn="r">
                <a:lnSpc>
                  <a:spcPts val="4901"/>
                </a:lnSpc>
              </a:pPr>
              <a:r>
                <a:rPr lang="en-US" sz="3500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PHP;</a:t>
              </a:r>
            </a:p>
            <a:p>
              <a:pPr algn="r">
                <a:lnSpc>
                  <a:spcPts val="4901"/>
                </a:lnSpc>
              </a:pPr>
              <a:r>
                <a:rPr lang="en-US" sz="3500">
                  <a:solidFill>
                    <a:srgbClr val="525252"/>
                  </a:solidFill>
                  <a:latin typeface="Supply"/>
                  <a:ea typeface="Supply"/>
                  <a:cs typeface="Supply"/>
                  <a:sym typeface="Supply"/>
                </a:rPr>
                <a:t>MySQL.</a:t>
              </a:r>
            </a:p>
            <a:p>
              <a:pPr algn="r">
                <a:lnSpc>
                  <a:spcPts val="4901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299845" y="-114300"/>
              <a:ext cx="7051232" cy="127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043"/>
                </a:lnSpc>
                <a:spcBef>
                  <a:spcPct val="0"/>
                </a:spcBef>
              </a:pPr>
              <a:r>
                <a:rPr lang="en-US" sz="5745">
                  <a:solidFill>
                    <a:srgbClr val="22491C"/>
                  </a:solidFill>
                  <a:latin typeface="Stenciliqo"/>
                  <a:ea typeface="Stenciliqo"/>
                  <a:cs typeface="Stenciliqo"/>
                  <a:sym typeface="Stenciliqo"/>
                </a:rPr>
                <a:t>O que foi Usado: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7643524" y="720030"/>
              <a:ext cx="558399" cy="558399"/>
            </a:xfrm>
            <a:custGeom>
              <a:avLst/>
              <a:gdLst/>
              <a:ahLst/>
              <a:cxnLst/>
              <a:rect r="r" b="b" t="t" l="l"/>
              <a:pathLst>
                <a:path h="558399" w="558399">
                  <a:moveTo>
                    <a:pt x="0" y="0"/>
                  </a:moveTo>
                  <a:lnTo>
                    <a:pt x="558400" y="0"/>
                  </a:lnTo>
                  <a:lnTo>
                    <a:pt x="558400" y="558399"/>
                  </a:lnTo>
                  <a:lnTo>
                    <a:pt x="0" y="558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6400" y="346011"/>
            <a:ext cx="9185191" cy="9594979"/>
            <a:chOff x="0" y="0"/>
            <a:chExt cx="12246922" cy="1279330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014168" cy="12793305"/>
              <a:chOff x="0" y="0"/>
              <a:chExt cx="2460244" cy="261985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460244" cy="2619858"/>
              </a:xfrm>
              <a:custGeom>
                <a:avLst/>
                <a:gdLst/>
                <a:ahLst/>
                <a:cxnLst/>
                <a:rect r="r" b="b" t="t" l="l"/>
                <a:pathLst>
                  <a:path h="2619858" w="2460244">
                    <a:moveTo>
                      <a:pt x="2460244" y="36946"/>
                    </a:moveTo>
                    <a:lnTo>
                      <a:pt x="2460244" y="2582912"/>
                    </a:lnTo>
                    <a:cubicBezTo>
                      <a:pt x="2460244" y="2603317"/>
                      <a:pt x="2443703" y="2619858"/>
                      <a:pt x="2423298" y="2619858"/>
                    </a:cubicBezTo>
                    <a:lnTo>
                      <a:pt x="36946" y="2619858"/>
                    </a:lnTo>
                    <a:cubicBezTo>
                      <a:pt x="27147" y="2619858"/>
                      <a:pt x="17750" y="2615966"/>
                      <a:pt x="10821" y="2609037"/>
                    </a:cubicBezTo>
                    <a:cubicBezTo>
                      <a:pt x="3892" y="2602108"/>
                      <a:pt x="0" y="2592711"/>
                      <a:pt x="0" y="2582912"/>
                    </a:cubicBezTo>
                    <a:lnTo>
                      <a:pt x="0" y="36946"/>
                    </a:lnTo>
                    <a:cubicBezTo>
                      <a:pt x="0" y="16541"/>
                      <a:pt x="16541" y="0"/>
                      <a:pt x="36946" y="0"/>
                    </a:cubicBezTo>
                    <a:lnTo>
                      <a:pt x="2423298" y="0"/>
                    </a:lnTo>
                    <a:cubicBezTo>
                      <a:pt x="2443703" y="0"/>
                      <a:pt x="2460244" y="16541"/>
                      <a:pt x="2460244" y="36946"/>
                    </a:cubicBezTo>
                    <a:close/>
                  </a:path>
                </a:pathLst>
              </a:custGeom>
              <a:solidFill>
                <a:srgbClr val="221E1E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460244" cy="26674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232754" y="0"/>
              <a:ext cx="12014168" cy="12560954"/>
              <a:chOff x="0" y="0"/>
              <a:chExt cx="2460307" cy="25722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460307" cy="2572279"/>
              </a:xfrm>
              <a:custGeom>
                <a:avLst/>
                <a:gdLst/>
                <a:ahLst/>
                <a:cxnLst/>
                <a:rect r="r" b="b" t="t" l="l"/>
                <a:pathLst>
                  <a:path h="2572279" w="2460307">
                    <a:moveTo>
                      <a:pt x="36086" y="0"/>
                    </a:moveTo>
                    <a:lnTo>
                      <a:pt x="2424220" y="0"/>
                    </a:lnTo>
                    <a:cubicBezTo>
                      <a:pt x="2433791" y="0"/>
                      <a:pt x="2442970" y="3802"/>
                      <a:pt x="2449737" y="10569"/>
                    </a:cubicBezTo>
                    <a:cubicBezTo>
                      <a:pt x="2456505" y="17337"/>
                      <a:pt x="2460307" y="26516"/>
                      <a:pt x="2460307" y="36086"/>
                    </a:cubicBezTo>
                    <a:lnTo>
                      <a:pt x="2460307" y="2536193"/>
                    </a:lnTo>
                    <a:cubicBezTo>
                      <a:pt x="2460307" y="2545764"/>
                      <a:pt x="2456505" y="2554942"/>
                      <a:pt x="2449737" y="2561710"/>
                    </a:cubicBezTo>
                    <a:cubicBezTo>
                      <a:pt x="2442970" y="2568478"/>
                      <a:pt x="2433791" y="2572279"/>
                      <a:pt x="2424220" y="2572279"/>
                    </a:cubicBezTo>
                    <a:lnTo>
                      <a:pt x="36086" y="2572279"/>
                    </a:lnTo>
                    <a:cubicBezTo>
                      <a:pt x="26516" y="2572279"/>
                      <a:pt x="17337" y="2568478"/>
                      <a:pt x="10569" y="2561710"/>
                    </a:cubicBezTo>
                    <a:cubicBezTo>
                      <a:pt x="3802" y="2554942"/>
                      <a:pt x="0" y="2545764"/>
                      <a:pt x="0" y="2536193"/>
                    </a:cubicBezTo>
                    <a:lnTo>
                      <a:pt x="0" y="36086"/>
                    </a:lnTo>
                    <a:cubicBezTo>
                      <a:pt x="0" y="26516"/>
                      <a:pt x="3802" y="17337"/>
                      <a:pt x="10569" y="10569"/>
                    </a:cubicBezTo>
                    <a:cubicBezTo>
                      <a:pt x="17337" y="3802"/>
                      <a:pt x="26516" y="0"/>
                      <a:pt x="36086" y="0"/>
                    </a:cubicBezTo>
                    <a:close/>
                  </a:path>
                </a:pathLst>
              </a:custGeom>
              <a:solidFill>
                <a:srgbClr val="E5FF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2460307" cy="26199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2754" y="0"/>
              <a:ext cx="12014168" cy="983757"/>
              <a:chOff x="0" y="0"/>
              <a:chExt cx="2460307" cy="20145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60307" cy="201457"/>
              </a:xfrm>
              <a:custGeom>
                <a:avLst/>
                <a:gdLst/>
                <a:ahLst/>
                <a:cxnLst/>
                <a:rect r="r" b="b" t="t" l="l"/>
                <a:pathLst>
                  <a:path h="201457" w="2460307">
                    <a:moveTo>
                      <a:pt x="36086" y="0"/>
                    </a:moveTo>
                    <a:lnTo>
                      <a:pt x="2424220" y="0"/>
                    </a:lnTo>
                    <a:cubicBezTo>
                      <a:pt x="2433791" y="0"/>
                      <a:pt x="2442970" y="3802"/>
                      <a:pt x="2449737" y="10569"/>
                    </a:cubicBezTo>
                    <a:cubicBezTo>
                      <a:pt x="2456505" y="17337"/>
                      <a:pt x="2460307" y="26516"/>
                      <a:pt x="2460307" y="36086"/>
                    </a:cubicBezTo>
                    <a:lnTo>
                      <a:pt x="2460307" y="165371"/>
                    </a:lnTo>
                    <a:cubicBezTo>
                      <a:pt x="2460307" y="185301"/>
                      <a:pt x="2444150" y="201457"/>
                      <a:pt x="2424220" y="201457"/>
                    </a:cubicBezTo>
                    <a:lnTo>
                      <a:pt x="36086" y="201457"/>
                    </a:lnTo>
                    <a:cubicBezTo>
                      <a:pt x="26516" y="201457"/>
                      <a:pt x="17337" y="197655"/>
                      <a:pt x="10569" y="190888"/>
                    </a:cubicBezTo>
                    <a:cubicBezTo>
                      <a:pt x="3802" y="184120"/>
                      <a:pt x="0" y="174942"/>
                      <a:pt x="0" y="165371"/>
                    </a:cubicBezTo>
                    <a:lnTo>
                      <a:pt x="0" y="36086"/>
                    </a:lnTo>
                    <a:cubicBezTo>
                      <a:pt x="0" y="26516"/>
                      <a:pt x="3802" y="17337"/>
                      <a:pt x="10569" y="10569"/>
                    </a:cubicBezTo>
                    <a:cubicBezTo>
                      <a:pt x="17337" y="3802"/>
                      <a:pt x="26516" y="0"/>
                      <a:pt x="36086" y="0"/>
                    </a:cubicBez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460307" cy="2490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2754" y="333326"/>
              <a:ext cx="12014168" cy="655065"/>
              <a:chOff x="0" y="0"/>
              <a:chExt cx="2460307" cy="13414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60307" cy="134147"/>
              </a:xfrm>
              <a:custGeom>
                <a:avLst/>
                <a:gdLst/>
                <a:ahLst/>
                <a:cxnLst/>
                <a:rect r="r" b="b" t="t" l="l"/>
                <a:pathLst>
                  <a:path h="134147" w="2460307">
                    <a:moveTo>
                      <a:pt x="0" y="0"/>
                    </a:moveTo>
                    <a:lnTo>
                      <a:pt x="2460307" y="0"/>
                    </a:lnTo>
                    <a:lnTo>
                      <a:pt x="2460307" y="134147"/>
                    </a:lnTo>
                    <a:lnTo>
                      <a:pt x="0" y="134147"/>
                    </a:lnTo>
                    <a:close/>
                  </a:path>
                </a:pathLst>
              </a:custGeom>
              <a:solidFill>
                <a:srgbClr val="A8C3C5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460307" cy="1817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9580067" y="136622"/>
              <a:ext cx="2378119" cy="792706"/>
            </a:xfrm>
            <a:custGeom>
              <a:avLst/>
              <a:gdLst/>
              <a:ahLst/>
              <a:cxnLst/>
              <a:rect r="r" b="b" t="t" l="l"/>
              <a:pathLst>
                <a:path h="792706" w="2378119">
                  <a:moveTo>
                    <a:pt x="0" y="0"/>
                  </a:moveTo>
                  <a:lnTo>
                    <a:pt x="2378119" y="0"/>
                  </a:lnTo>
                  <a:lnTo>
                    <a:pt x="2378119" y="792706"/>
                  </a:lnTo>
                  <a:lnTo>
                    <a:pt x="0" y="79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61929" t="-18421" r="-15638" b="-10138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09966" y="94810"/>
              <a:ext cx="3936504" cy="696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0"/>
                </a:lnSpc>
              </a:pPr>
              <a:r>
                <a:rPr lang="en-US" sz="3157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HTML</a:t>
              </a:r>
              <a:r>
                <a:rPr lang="en-US" sz="3157">
                  <a:solidFill>
                    <a:srgbClr val="22491C"/>
                  </a:solidFill>
                  <a:latin typeface="Niramit"/>
                  <a:ea typeface="Niramit"/>
                  <a:cs typeface="Niramit"/>
                  <a:sym typeface="Niramit"/>
                </a:rPr>
                <a:t>.PNG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729951" y="2215849"/>
            <a:ext cx="1354215" cy="1354215"/>
          </a:xfrm>
          <a:custGeom>
            <a:avLst/>
            <a:gdLst/>
            <a:ahLst/>
            <a:cxnLst/>
            <a:rect r="r" b="b" t="t" l="l"/>
            <a:pathLst>
              <a:path h="1354215" w="1354215">
                <a:moveTo>
                  <a:pt x="0" y="0"/>
                </a:moveTo>
                <a:lnTo>
                  <a:pt x="1354214" y="0"/>
                </a:lnTo>
                <a:lnTo>
                  <a:pt x="1354214" y="1354215"/>
                </a:lnTo>
                <a:lnTo>
                  <a:pt x="0" y="1354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64476" y="1462699"/>
            <a:ext cx="8279524" cy="7943689"/>
          </a:xfrm>
          <a:custGeom>
            <a:avLst/>
            <a:gdLst/>
            <a:ahLst/>
            <a:cxnLst/>
            <a:rect r="r" b="b" t="t" l="l"/>
            <a:pathLst>
              <a:path h="7943689" w="8279524">
                <a:moveTo>
                  <a:pt x="0" y="0"/>
                </a:moveTo>
                <a:lnTo>
                  <a:pt x="8279524" y="0"/>
                </a:lnTo>
                <a:lnTo>
                  <a:pt x="8279524" y="7943689"/>
                </a:lnTo>
                <a:lnTo>
                  <a:pt x="0" y="79436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4882" t="0" r="-9123" b="0"/>
            </a:stretch>
          </a:blipFill>
          <a:ln w="38100" cap="sq">
            <a:solidFill>
              <a:srgbClr val="22491C"/>
            </a:solidFill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97701"/>
            <a:ext cx="16332845" cy="9291598"/>
            <a:chOff x="0" y="0"/>
            <a:chExt cx="21777127" cy="12388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51288" cy="12388797"/>
            </a:xfrm>
            <a:custGeom>
              <a:avLst/>
              <a:gdLst/>
              <a:ahLst/>
              <a:cxnLst/>
              <a:rect r="r" b="b" t="t" l="l"/>
              <a:pathLst>
                <a:path h="12388797" w="11851288">
                  <a:moveTo>
                    <a:pt x="0" y="0"/>
                  </a:moveTo>
                  <a:lnTo>
                    <a:pt x="11851288" y="0"/>
                  </a:lnTo>
                  <a:lnTo>
                    <a:pt x="11851288" y="12388797"/>
                  </a:lnTo>
                  <a:lnTo>
                    <a:pt x="0" y="123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66369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0956727" cy="12388797"/>
            </a:xfrm>
            <a:custGeom>
              <a:avLst/>
              <a:gdLst/>
              <a:ahLst/>
              <a:cxnLst/>
              <a:rect r="r" b="b" t="t" l="l"/>
              <a:pathLst>
                <a:path h="12388797" w="10956727">
                  <a:moveTo>
                    <a:pt x="0" y="0"/>
                  </a:moveTo>
                  <a:lnTo>
                    <a:pt x="10956727" y="0"/>
                  </a:lnTo>
                  <a:lnTo>
                    <a:pt x="10956727" y="12388797"/>
                  </a:lnTo>
                  <a:lnTo>
                    <a:pt x="0" y="123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9952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16171" y="3128903"/>
            <a:ext cx="14019959" cy="328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24"/>
              </a:lnSpc>
              <a:spcBef>
                <a:spcPct val="0"/>
              </a:spcBef>
            </a:pPr>
            <a:r>
              <a:rPr lang="en-US" sz="19089">
                <a:solidFill>
                  <a:srgbClr val="22491C"/>
                </a:solidFill>
                <a:latin typeface="Stenciliqo"/>
                <a:ea typeface="Stenciliqo"/>
                <a:cs typeface="Stenciliqo"/>
                <a:sym typeface="Stenciliqo"/>
              </a:rPr>
              <a:t>Agradecemos!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72401" y="7016656"/>
            <a:ext cx="418800" cy="418800"/>
          </a:xfrm>
          <a:custGeom>
            <a:avLst/>
            <a:gdLst/>
            <a:ahLst/>
            <a:cxnLst/>
            <a:rect r="r" b="b" t="t" l="l"/>
            <a:pathLst>
              <a:path h="418800" w="418800">
                <a:moveTo>
                  <a:pt x="0" y="0"/>
                </a:moveTo>
                <a:lnTo>
                  <a:pt x="418799" y="0"/>
                </a:lnTo>
                <a:lnTo>
                  <a:pt x="418799" y="418799"/>
                </a:lnTo>
                <a:lnTo>
                  <a:pt x="0" y="418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63838" y="8215765"/>
            <a:ext cx="792004" cy="696963"/>
          </a:xfrm>
          <a:custGeom>
            <a:avLst/>
            <a:gdLst/>
            <a:ahLst/>
            <a:cxnLst/>
            <a:rect r="r" b="b" t="t" l="l"/>
            <a:pathLst>
              <a:path h="696963" w="792004">
                <a:moveTo>
                  <a:pt x="0" y="0"/>
                </a:moveTo>
                <a:lnTo>
                  <a:pt x="792004" y="0"/>
                </a:lnTo>
                <a:lnTo>
                  <a:pt x="792004" y="696963"/>
                </a:lnTo>
                <a:lnTo>
                  <a:pt x="0" y="696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58108" y="3116820"/>
            <a:ext cx="554310" cy="784864"/>
          </a:xfrm>
          <a:custGeom>
            <a:avLst/>
            <a:gdLst/>
            <a:ahLst/>
            <a:cxnLst/>
            <a:rect r="r" b="b" t="t" l="l"/>
            <a:pathLst>
              <a:path h="784864" w="554310">
                <a:moveTo>
                  <a:pt x="0" y="0"/>
                </a:moveTo>
                <a:lnTo>
                  <a:pt x="554310" y="0"/>
                </a:lnTo>
                <a:lnTo>
                  <a:pt x="554310" y="784864"/>
                </a:lnTo>
                <a:lnTo>
                  <a:pt x="0" y="784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19479" y="2565906"/>
            <a:ext cx="659225" cy="541389"/>
          </a:xfrm>
          <a:custGeom>
            <a:avLst/>
            <a:gdLst/>
            <a:ahLst/>
            <a:cxnLst/>
            <a:rect r="r" b="b" t="t" l="l"/>
            <a:pathLst>
              <a:path h="541389" w="659225">
                <a:moveTo>
                  <a:pt x="0" y="0"/>
                </a:moveTo>
                <a:lnTo>
                  <a:pt x="659225" y="0"/>
                </a:lnTo>
                <a:lnTo>
                  <a:pt x="659225" y="541389"/>
                </a:lnTo>
                <a:lnTo>
                  <a:pt x="0" y="5413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93187" y="8127864"/>
            <a:ext cx="1806570" cy="777662"/>
          </a:xfrm>
          <a:custGeom>
            <a:avLst/>
            <a:gdLst/>
            <a:ahLst/>
            <a:cxnLst/>
            <a:rect r="r" b="b" t="t" l="l"/>
            <a:pathLst>
              <a:path h="777662" w="1806570">
                <a:moveTo>
                  <a:pt x="0" y="0"/>
                </a:moveTo>
                <a:lnTo>
                  <a:pt x="1806569" y="0"/>
                </a:lnTo>
                <a:lnTo>
                  <a:pt x="1806569" y="777662"/>
                </a:lnTo>
                <a:lnTo>
                  <a:pt x="0" y="777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4009" y="7548345"/>
            <a:ext cx="4063604" cy="2031802"/>
          </a:xfrm>
          <a:custGeom>
            <a:avLst/>
            <a:gdLst/>
            <a:ahLst/>
            <a:cxnLst/>
            <a:rect r="r" b="b" t="t" l="l"/>
            <a:pathLst>
              <a:path h="2031802" w="4063604">
                <a:moveTo>
                  <a:pt x="0" y="0"/>
                </a:moveTo>
                <a:lnTo>
                  <a:pt x="4063604" y="0"/>
                </a:lnTo>
                <a:lnTo>
                  <a:pt x="4063604" y="2031802"/>
                </a:lnTo>
                <a:lnTo>
                  <a:pt x="0" y="20318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29876" y="6332825"/>
            <a:ext cx="13428248" cy="68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7"/>
              </a:lnSpc>
              <a:spcBef>
                <a:spcPct val="0"/>
              </a:spcBef>
            </a:pPr>
            <a:r>
              <a:rPr lang="en-US" sz="3991">
                <a:solidFill>
                  <a:srgbClr val="525252"/>
                </a:solidFill>
                <a:latin typeface="Supply"/>
                <a:ea typeface="Supply"/>
                <a:cs typeface="Supply"/>
                <a:sym typeface="Supply"/>
              </a:rPr>
              <a:t>Vamos para a amostra prática?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DAHNZc8Q38s</dc:identifier>
  <dcterms:modified xsi:type="dcterms:W3CDTF">2011-08-01T06:04:30Z</dcterms:modified>
  <cp:revision>1</cp:revision>
  <dc:title>Demanda TCC</dc:title>
</cp:coreProperties>
</file>